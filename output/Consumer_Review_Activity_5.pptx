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28a0e79ec4842dc" /><Relationship Type="http://schemas.openxmlformats.org/officeDocument/2006/relationships/extended-properties" Target="/docProps/app.xml" Id="Rcf3ad795a3464600" /><Relationship Type="http://schemas.openxmlformats.org/officeDocument/2006/relationships/officeDocument" Target="/ppt/presentation.xml" Id="R87758d5733184d72" /></Relationships>
</file>

<file path=ppt/presentation.xml><?xml version="1.0" encoding="utf-8"?>
<p:presentation xmlns:p="http://schemas.openxmlformats.org/presentationml/2006/main">
  <p:sldMasterIdLst>
    <p:sldMasterId xmlns:r="http://schemas.openxmlformats.org/officeDocument/2006/relationships" id="2147483648" r:id="R923805803d4943a3"/>
  </p:sldMasterIdLst>
  <p:notesMasterIdLst>
    <p:notesMasterId xmlns:r="http://schemas.openxmlformats.org/officeDocument/2006/relationships" r:id="R29517aa8a97d40c0"/>
  </p:notesMasterIdLst>
  <p:sldIdLst>
    <p:sldId xmlns:r="http://schemas.openxmlformats.org/officeDocument/2006/relationships" id="256" r:id="R57513f79582f46dd"/>
    <p:sldId xmlns:r="http://schemas.openxmlformats.org/officeDocument/2006/relationships" id="257" r:id="R858310891f334e89"/>
    <p:sldId xmlns:r="http://schemas.openxmlformats.org/officeDocument/2006/relationships" id="258" r:id="R2e7907cc040246ba"/>
    <p:sldId xmlns:r="http://schemas.openxmlformats.org/officeDocument/2006/relationships" id="259" r:id="R0ecee5f2f68044f8"/>
    <p:sldId xmlns:r="http://schemas.openxmlformats.org/officeDocument/2006/relationships" id="260" r:id="R1909ba55becb413d"/>
    <p:sldId xmlns:r="http://schemas.openxmlformats.org/officeDocument/2006/relationships" id="261" r:id="Rba98d3a0a768469f"/>
    <p:sldId xmlns:r="http://schemas.openxmlformats.org/officeDocument/2006/relationships" id="262" r:id="R991b60bcd5714f34"/>
    <p:sldId xmlns:r="http://schemas.openxmlformats.org/officeDocument/2006/relationships" id="263" r:id="Re1128a312d0a4da5"/>
    <p:sldId xmlns:r="http://schemas.openxmlformats.org/officeDocument/2006/relationships" id="264" r:id="R9aaf3d7675dc466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b13a7bd50a0447e" /><Relationship Type="http://schemas.openxmlformats.org/officeDocument/2006/relationships/slideMaster" Target="/ppt/slideMasters/slideMaster1.xml" Id="R923805803d4943a3" /><Relationship Type="http://schemas.openxmlformats.org/officeDocument/2006/relationships/notesMaster" Target="/ppt/notesMasters/notesMaster1.xml" Id="R29517aa8a97d40c0" /><Relationship Type="http://schemas.openxmlformats.org/officeDocument/2006/relationships/presProps" Target="/ppt/presProps.xml" Id="Rd069c783e8ca4753" /><Relationship Type="http://schemas.openxmlformats.org/officeDocument/2006/relationships/tableStyles" Target="/ppt/tableStyles.xml" Id="R6173718b01094ed6" /><Relationship Type="http://schemas.openxmlformats.org/officeDocument/2006/relationships/slide" Target="/ppt/slides/slide1.xml" Id="R57513f79582f46dd" /><Relationship Type="http://schemas.openxmlformats.org/officeDocument/2006/relationships/slide" Target="/ppt/slides/slide2.xml" Id="R858310891f334e89" /><Relationship Type="http://schemas.openxmlformats.org/officeDocument/2006/relationships/slide" Target="/ppt/slides/slide3.xml" Id="R2e7907cc040246ba" /><Relationship Type="http://schemas.openxmlformats.org/officeDocument/2006/relationships/slide" Target="/ppt/slides/slide4.xml" Id="R0ecee5f2f68044f8" /><Relationship Type="http://schemas.openxmlformats.org/officeDocument/2006/relationships/slide" Target="/ppt/slides/slide5.xml" Id="R1909ba55becb413d" /><Relationship Type="http://schemas.openxmlformats.org/officeDocument/2006/relationships/slide" Target="/ppt/slides/slide6.xml" Id="Rba98d3a0a768469f" /><Relationship Type="http://schemas.openxmlformats.org/officeDocument/2006/relationships/slide" Target="/ppt/slides/slide7.xml" Id="R991b60bcd5714f34" /><Relationship Type="http://schemas.openxmlformats.org/officeDocument/2006/relationships/slide" Target="/ppt/slides/slide8.xml" Id="Re1128a312d0a4da5" /><Relationship Type="http://schemas.openxmlformats.org/officeDocument/2006/relationships/slide" Target="/ppt/slides/slide9.xml" Id="R9aaf3d7675dc46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4f6c68fc214a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0e7729c60741e5" /><Relationship Type="http://schemas.openxmlformats.org/officeDocument/2006/relationships/notesMaster" Target="/ppt/notesMasters/notesMaster1.xml" Id="R229da6cf687d4e2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d046f696435403c" /><Relationship Type="http://schemas.openxmlformats.org/officeDocument/2006/relationships/notesMaster" Target="/ppt/notesMasters/notesMaster1.xml" Id="Rb5664ebc9df34f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195df99e494c95" /><Relationship Type="http://schemas.openxmlformats.org/officeDocument/2006/relationships/notesMaster" Target="/ppt/notesMasters/notesMaster1.xml" Id="R173a37f0d76c4b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ebbd1e9f7f462a" /><Relationship Type="http://schemas.openxmlformats.org/officeDocument/2006/relationships/notesMaster" Target="/ppt/notesMasters/notesMaster1.xml" Id="R5ac6456d51634f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3d61f4734d4936" /><Relationship Type="http://schemas.openxmlformats.org/officeDocument/2006/relationships/notesMaster" Target="/ppt/notesMasters/notesMaster1.xml" Id="Rd364e8dc332f4c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cacd06301d4a90" /><Relationship Type="http://schemas.openxmlformats.org/officeDocument/2006/relationships/notesMaster" Target="/ppt/notesMasters/notesMaster1.xml" Id="R6ac6d678dfd9445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fbf2a461db48fc" /><Relationship Type="http://schemas.openxmlformats.org/officeDocument/2006/relationships/notesMaster" Target="/ppt/notesMasters/notesMaster1.xml" Id="Rb65f78d4660b4a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d142290a905e4a63" /><Relationship Type="http://schemas.openxmlformats.org/officeDocument/2006/relationships/notesMaster" Target="/ppt/notesMasters/notesMaster1.xml" Id="R04a256f591154ad4" /></Relationships>
</file>

<file path=ppt/notesSlides/_rels/notesSlide9.xml.rels>&#65279;<?xml version="1.0" encoding="utf-8"?><Relationships xmlns="http://schemas.openxmlformats.org/package/2006/relationships"><Relationship Type="http://schemas.openxmlformats.org/officeDocument/2006/relationships/slide" Target="/ppt/slides/slide9.xml" Id="R794adc90d0064364" /><Relationship Type="http://schemas.openxmlformats.org/officeDocument/2006/relationships/notesMaster" Target="/ppt/notesMasters/notesMaster1.xml" Id="R156c191514994d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project builds on the first four Consumer Review Lab activities. It scores review words with the sentiment dictionary, then compares early and later reviews.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90 days contains 3,351 valid review texts and dates. The later period contains 31,269. Positive scores are 88.6% and 88.8%, respectively.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earlier jigsaw presentation covered while loops, for loops, string algorithms, nested iteration, sentiment values, the sentimentVal method, review scoring, conditionals, and changing review tone. Activity 5 uses those foundations to analyze real review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score is a simple lexicon sum. It is not a machine-learning model: each recognized word contributes its stored numeric value. A positive total is classified positive, a negative total negative, and zero neutral.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program first finds the earliest observed review date separately for each product. It then compares every review’s date to that observed date and counts sentiment in one of two groups.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Counts: first 90 days 2,968 positive, 376 negative, 7 neutral; later 27,781 positive, 3,441 negative, 47 neutral. Percentages are rounded to one decimal place. The compared percentages differ by 0.2 percentage 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String examples include toLowerCase, split, trim, length, substring, equals, and equalsIgnoreCase. The custom getReviewScore method has a String parameter named reviewText, and its Javadoc explains the parameter and return value. It is static because main is static and the analysis can call this helper directly.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validity check uses &amp;&amp;, so each condition must be true. The score classification uses if / else if / else. The for loop visits each word by index. A while loop with the same condition and an increment after each pass is an equivalent iteration structure. The program also uses while loops to read CSV characters and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a final rubric check. The original price-versus-launch question could not be answered from this dataset because it has no price or release-date fields. The analysis therefore uses the earliest dated review for each product as a proxy, and its sentiment results should not be interpreted as recommendation rates.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6e8e9c91ee4af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2a1bd833028477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9f0f93e53d24d3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56163504433476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351c7d72e994d9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882514b36ed4d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902FB7-8E2D-4E0D-9FB2-E01C43211C0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D6C9B25-3C75-4C65-B28F-0E3F5230653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51CE921-F27E-495B-B52E-038B94BBDBA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055BA5-C42D-48C9-BA10-04E17F914A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D7AA498-CBA4-4C37-BC60-B1A37196A0E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D23AAC2-5C34-49C5-9757-2A456A4CEC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ABDF38D-CDCB-4824-8075-DAF9B147E8F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677E584-ED04-492B-9170-FF154E162A4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5D2F6A-33F3-4E8B-9D13-AB25FFC7C7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41CF978-6326-407D-8AC4-3A4C590463C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4ad41e5d3b4738" /><Relationship Type="http://schemas.openxmlformats.org/officeDocument/2006/relationships/slideLayout" Target="/ppt/slideLayouts/slideLayout1.xml" Id="R3b6c7d1022234677" /><Relationship Type="http://schemas.openxmlformats.org/officeDocument/2006/relationships/slideLayout" Target="/ppt/slideLayouts/slideLayout2.xml" Id="R3427a1310e184a5e" /><Relationship Type="http://schemas.openxmlformats.org/officeDocument/2006/relationships/slideLayout" Target="/ppt/slideLayouts/slideLayout3.xml" Id="Rac7a00d4971a4014" /><Relationship Type="http://schemas.openxmlformats.org/officeDocument/2006/relationships/slideLayout" Target="/ppt/slideLayouts/slideLayout4.xml" Id="R40ba797ae5ff41a9" /><Relationship Type="http://schemas.openxmlformats.org/officeDocument/2006/relationships/slideLayout" Target="/ppt/slideLayouts/slideLayout5.xml" Id="R6a6fb8db329848ce" /><Relationship Type="http://schemas.openxmlformats.org/officeDocument/2006/relationships/slideLayout" Target="/ppt/slideLayouts/slideLayout6.xml" Id="Rb8d3dba2760d4b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6c7d1022234677"/>
    <p:sldLayoutId xmlns:r="http://schemas.openxmlformats.org/officeDocument/2006/relationships" id="2147483650" r:id="R3427a1310e184a5e"/>
    <p:sldLayoutId xmlns:r="http://schemas.openxmlformats.org/officeDocument/2006/relationships" id="2147483651" r:id="Rac7a00d4971a4014"/>
    <p:sldLayoutId xmlns:r="http://schemas.openxmlformats.org/officeDocument/2006/relationships" id="2147483652" r:id="R40ba797ae5ff41a9"/>
    <p:sldLayoutId xmlns:r="http://schemas.openxmlformats.org/officeDocument/2006/relationships" id="2147483653" r:id="R6a6fb8db329848ce"/>
    <p:sldLayoutId xmlns:r="http://schemas.openxmlformats.org/officeDocument/2006/relationships" id="2147483654" r:id="Rb8d3dba2760d4b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2bb311c502b4e23" /><Relationship Type="http://schemas.openxmlformats.org/officeDocument/2006/relationships/notesSlide" Target="/ppt/notesSlides/notesSlide1.xml" Id="R48cb2d9ed45f49d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5714fea7e454c80" /><Relationship Type="http://schemas.openxmlformats.org/officeDocument/2006/relationships/notesSlide" Target="/ppt/notesSlides/notesSlide2.xml" Id="R3084cd8ed97445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ebcded352fc4757" /><Relationship Type="http://schemas.openxmlformats.org/officeDocument/2006/relationships/notesSlide" Target="/ppt/notesSlides/notesSlide3.xml" Id="R3ee86e512a8b4f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843c0db81d646b2" /><Relationship Type="http://schemas.openxmlformats.org/officeDocument/2006/relationships/notesSlide" Target="/ppt/notesSlides/notesSlide4.xml" Id="R23c7f3a447e549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d5836ac75364732" /><Relationship Type="http://schemas.openxmlformats.org/officeDocument/2006/relationships/notesSlide" Target="/ppt/notesSlides/notesSlide5.xml" Id="Rd221fcdd06e643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fc44622f9f54b57" /><Relationship Type="http://schemas.openxmlformats.org/officeDocument/2006/relationships/notesSlide" Target="/ppt/notesSlides/notesSlide6.xml" Id="R3e03d42d39a44f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0f8ac4527594fce" /><Relationship Type="http://schemas.openxmlformats.org/officeDocument/2006/relationships/notesSlide" Target="/ppt/notesSlides/notesSlide7.xml" Id="Rce2f927181ca49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1ed6dd0a7ba4446" /><Relationship Type="http://schemas.openxmlformats.org/officeDocument/2006/relationships/notesSlide" Target="/ppt/notesSlides/notesSlide8.xml" Id="Rf7e750a370e0454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b7adaa17673435a" /><Relationship Type="http://schemas.openxmlformats.org/officeDocument/2006/relationships/notesSlide" Target="/ppt/notesSlides/notesSlide9.xml" Id="R1a8d9fae738641c5" /></Relationships>
</file>

<file path=ppt/slides/slide1.xml><?xml version="1.0" encoding="utf-8"?>
<p:sld xmlns:p="http://schemas.openxmlformats.org/presentationml/2006/main">
  <p:cSld>
    <p:bg>
      <p:bgPr>
        <a:solidFill xmlns:a="http://schemas.openxmlformats.org/drawingml/2006/main">
          <a:srgbClr val="10243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4F014E5-AB2D-4FB1-9D10-20DD156C35B2}"/>
              </a:ext>
            </a:extLst>
          </p:cNvPr>
          <p:cNvSpPr>
            <a:spLocks xmlns:a="http://schemas.openxmlformats.org/drawingml/2006/main" noGrp="1"/>
          </p:cNvSpPr>
          <p:nvPr/>
        </p:nvSpPr>
        <p:spPr>
          <a:xfrm xmlns:a="http://schemas.openxmlformats.org/drawingml/2006/main">
            <a:off x="685800" y="971550"/>
            <a:ext cx="114300" cy="4476750"/>
          </a:xfrm>
          <a:prstGeom xmlns:a="http://schemas.openxmlformats.org/drawingml/2006/main" prst="rect">
            <a:avLst/>
          </a:prstGeom>
          <a:solidFill xmlns:a="http://schemas.openxmlformats.org/drawingml/2006/main">
            <a:srgbClr val="E6864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FD6FEA2-E3EB-4D62-8E4F-40B2D4CEC183}"/>
              </a:ext>
            </a:extLst>
          </p:cNvPr>
          <p:cNvSpPr>
            <a:spLocks xmlns:a="http://schemas.openxmlformats.org/drawingml/2006/main" noGrp="1"/>
          </p:cNvSpPr>
          <p:nvPr/>
        </p:nvSpPr>
        <p:spPr>
          <a:xfrm xmlns:a="http://schemas.openxmlformats.org/drawingml/2006/main">
            <a:off x="1066800" y="112395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A9D7D1"/>
                </a:solidFill>
                <a:latin typeface="Liberation Sans"/>
                <a:ea typeface="Liberation Sans"/>
                <a:cs typeface="Liberation Sans"/>
              </a:defRPr>
            </a:defPPr>
            <a:lvl1pPr algn="l">
              <a:defRPr sz="1350" b="1" i="0">
                <a:solidFill>
                  <a:srgbClr val="A9D7D1"/>
                </a:solidFill>
                <a:latin typeface="Liberation Sans"/>
                <a:ea typeface="Liberation Sans"/>
                <a:cs typeface="Liberation Sans"/>
              </a:defRPr>
            </a:lvl1pPr>
            <a:lvl2pPr algn="l">
              <a:defRPr sz="1350" b="1" i="0">
                <a:solidFill>
                  <a:srgbClr val="A9D7D1"/>
                </a:solidFill>
                <a:latin typeface="Liberation Sans"/>
                <a:ea typeface="Liberation Sans"/>
                <a:cs typeface="Liberation Sans"/>
              </a:defRPr>
            </a:lvl2pPr>
            <a:lvl3pPr algn="l">
              <a:defRPr sz="1350" b="1" i="0">
                <a:solidFill>
                  <a:srgbClr val="A9D7D1"/>
                </a:solidFill>
                <a:latin typeface="Liberation Sans"/>
                <a:ea typeface="Liberation Sans"/>
                <a:cs typeface="Liberation Sans"/>
              </a:defRPr>
            </a:lvl3pPr>
            <a:lvl4pPr algn="l">
              <a:defRPr sz="1350" b="1" i="0">
                <a:solidFill>
                  <a:srgbClr val="A9D7D1"/>
                </a:solidFill>
                <a:latin typeface="Liberation Sans"/>
                <a:ea typeface="Liberation Sans"/>
                <a:cs typeface="Liberation Sans"/>
              </a:defRPr>
            </a:lvl4pPr>
            <a:lvl5pPr algn="l">
              <a:defRPr sz="1350" b="1" i="0">
                <a:solidFill>
                  <a:srgbClr val="A9D7D1"/>
                </a:solidFill>
                <a:latin typeface="Liberation Sans"/>
                <a:ea typeface="Liberation Sans"/>
                <a:cs typeface="Liberation Sans"/>
              </a:defRPr>
            </a:lvl5pPr>
            <a:lvl6pPr algn="l">
              <a:defRPr sz="1350" b="1" i="0">
                <a:solidFill>
                  <a:srgbClr val="A9D7D1"/>
                </a:solidFill>
                <a:latin typeface="Liberation Sans"/>
                <a:ea typeface="Liberation Sans"/>
                <a:cs typeface="Liberation Sans"/>
              </a:defRPr>
            </a:lvl6pPr>
            <a:lvl7pPr algn="l">
              <a:defRPr sz="1350" b="1" i="0">
                <a:solidFill>
                  <a:srgbClr val="A9D7D1"/>
                </a:solidFill>
                <a:latin typeface="Liberation Sans"/>
                <a:ea typeface="Liberation Sans"/>
                <a:cs typeface="Liberation Sans"/>
              </a:defRPr>
            </a:lvl7pPr>
            <a:lvl8pPr algn="l">
              <a:defRPr sz="1350" b="1" i="0">
                <a:solidFill>
                  <a:srgbClr val="A9D7D1"/>
                </a:solidFill>
                <a:latin typeface="Liberation Sans"/>
                <a:ea typeface="Liberation Sans"/>
                <a:cs typeface="Liberation Sans"/>
              </a:defRPr>
            </a:lvl8pPr>
            <a:lvl9pPr algn="l">
              <a:defRPr sz="1350" b="1" i="0">
                <a:solidFill>
                  <a:srgbClr val="A9D7D1"/>
                </a:solidFill>
                <a:latin typeface="Liberation Sans"/>
                <a:ea typeface="Liberation Sans"/>
                <a:cs typeface="Liberation Sans"/>
              </a:defRPr>
            </a:lvl9pPr>
          </a:lstStyle>
          <a:p xmlns:a="http://schemas.openxmlformats.org/drawingml/2006/main">
            <a:pPr algn="l">
              <a:defRPr sz="1350" b="1" i="0">
                <a:solidFill>
                  <a:srgbClr val="A9D7D1"/>
                </a:solidFill>
                <a:latin typeface="Liberation Sans"/>
                <a:ea typeface="Liberation Sans"/>
                <a:cs typeface="Liberation Sans"/>
              </a:defRPr>
            </a:pPr>
            <a:r>
              <a:rPr sz="1350" b="1" i="0">
                <a:solidFill>
                  <a:srgbClr val="A9D7D1"/>
                </a:solidFill>
                <a:latin typeface="Liberation Sans"/>
                <a:ea typeface="Liberation Sans"/>
                <a:cs typeface="Liberation Sans"/>
              </a:rPr>
              <a:t>CONSUMER REVIEW LAB</a:t>
            </a:r>
          </a:p>
        </p:txBody>
      </p:sp>
      <p:sp>
        <p:nvSpPr>
          <p:cNvPr id="3" name="">
            <a:extLst xmlns:a="http://schemas.openxmlformats.org/drawingml/2006/main">
              <a:ext uri="{FF2B5EF4-FFF2-40B4-BE49-F238E27FC236}">
                <a16:creationId xmlns:a16="http://schemas.microsoft.com/office/drawing/2014/main" id="{980D9B5F-D3B2-4DA3-8B83-778AC43ACA1B}"/>
              </a:ext>
            </a:extLst>
          </p:cNvPr>
          <p:cNvSpPr>
            <a:spLocks xmlns:a="http://schemas.openxmlformats.org/drawingml/2006/main" noGrp="1"/>
          </p:cNvSpPr>
          <p:nvPr/>
        </p:nvSpPr>
        <p:spPr>
          <a:xfrm xmlns:a="http://schemas.openxmlformats.org/drawingml/2006/main">
            <a:off x="1066800" y="167640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350" b="1" i="0">
                <a:solidFill>
                  <a:srgbClr val="FFFFFF"/>
                </a:solidFill>
                <a:latin typeface="Liberation Sans"/>
                <a:ea typeface="Liberation Sans"/>
                <a:cs typeface="Liberation Sans"/>
              </a:defRPr>
            </a:defPPr>
            <a:lvl1pPr algn="l">
              <a:defRPr sz="4350" b="1" i="0">
                <a:solidFill>
                  <a:srgbClr val="FFFFFF"/>
                </a:solidFill>
                <a:latin typeface="Liberation Sans"/>
                <a:ea typeface="Liberation Sans"/>
                <a:cs typeface="Liberation Sans"/>
              </a:defRPr>
            </a:lvl1pPr>
            <a:lvl2pPr algn="l">
              <a:defRPr sz="4350" b="1" i="0">
                <a:solidFill>
                  <a:srgbClr val="FFFFFF"/>
                </a:solidFill>
                <a:latin typeface="Liberation Sans"/>
                <a:ea typeface="Liberation Sans"/>
                <a:cs typeface="Liberation Sans"/>
              </a:defRPr>
            </a:lvl2pPr>
            <a:lvl3pPr algn="l">
              <a:defRPr sz="4350" b="1" i="0">
                <a:solidFill>
                  <a:srgbClr val="FFFFFF"/>
                </a:solidFill>
                <a:latin typeface="Liberation Sans"/>
                <a:ea typeface="Liberation Sans"/>
                <a:cs typeface="Liberation Sans"/>
              </a:defRPr>
            </a:lvl3pPr>
            <a:lvl4pPr algn="l">
              <a:defRPr sz="4350" b="1" i="0">
                <a:solidFill>
                  <a:srgbClr val="FFFFFF"/>
                </a:solidFill>
                <a:latin typeface="Liberation Sans"/>
                <a:ea typeface="Liberation Sans"/>
                <a:cs typeface="Liberation Sans"/>
              </a:defRPr>
            </a:lvl4pPr>
            <a:lvl5pPr algn="l">
              <a:defRPr sz="4350" b="1" i="0">
                <a:solidFill>
                  <a:srgbClr val="FFFFFF"/>
                </a:solidFill>
                <a:latin typeface="Liberation Sans"/>
                <a:ea typeface="Liberation Sans"/>
                <a:cs typeface="Liberation Sans"/>
              </a:defRPr>
            </a:lvl5pPr>
            <a:lvl6pPr algn="l">
              <a:defRPr sz="4350" b="1" i="0">
                <a:solidFill>
                  <a:srgbClr val="FFFFFF"/>
                </a:solidFill>
                <a:latin typeface="Liberation Sans"/>
                <a:ea typeface="Liberation Sans"/>
                <a:cs typeface="Liberation Sans"/>
              </a:defRPr>
            </a:lvl6pPr>
            <a:lvl7pPr algn="l">
              <a:defRPr sz="4350" b="1" i="0">
                <a:solidFill>
                  <a:srgbClr val="FFFFFF"/>
                </a:solidFill>
                <a:latin typeface="Liberation Sans"/>
                <a:ea typeface="Liberation Sans"/>
                <a:cs typeface="Liberation Sans"/>
              </a:defRPr>
            </a:lvl7pPr>
            <a:lvl8pPr algn="l">
              <a:defRPr sz="4350" b="1" i="0">
                <a:solidFill>
                  <a:srgbClr val="FFFFFF"/>
                </a:solidFill>
                <a:latin typeface="Liberation Sans"/>
                <a:ea typeface="Liberation Sans"/>
                <a:cs typeface="Liberation Sans"/>
              </a:defRPr>
            </a:lvl8pPr>
            <a:lvl9pPr algn="l">
              <a:defRPr sz="4350" b="1" i="0">
                <a:solidFill>
                  <a:srgbClr val="FFFFFF"/>
                </a:solidFill>
                <a:latin typeface="Liberation Sans"/>
                <a:ea typeface="Liberation Sans"/>
                <a:cs typeface="Liberation Sans"/>
              </a:defRPr>
            </a:lvl9pPr>
          </a:lstStyle>
          <a:p xmlns:a="http://schemas.openxmlformats.org/drawingml/2006/main">
            <a:pPr algn="l">
              <a:defRPr sz="4350" b="1" i="0">
                <a:solidFill>
                  <a:srgbClr val="FFFFFF"/>
                </a:solidFill>
                <a:latin typeface="Liberation Sans"/>
                <a:ea typeface="Liberation Sans"/>
                <a:cs typeface="Liberation Sans"/>
              </a:defRPr>
            </a:pPr>
            <a:r>
              <a:rPr sz="4350" b="1" i="0">
                <a:solidFill>
                  <a:srgbClr val="FFFFFF"/>
                </a:solidFill>
                <a:latin typeface="Liberation Sans"/>
                <a:ea typeface="Liberation Sans"/>
                <a:cs typeface="Liberation Sans"/>
              </a:rPr>
              <a:t>Activity 5</a:t>
            </a:r>
          </a:p>
        </p:txBody>
      </p:sp>
      <p:sp>
        <p:nvSpPr>
          <p:cNvPr id="4" name="">
            <a:extLst xmlns:a="http://schemas.openxmlformats.org/drawingml/2006/main">
              <a:ext uri="{FF2B5EF4-FFF2-40B4-BE49-F238E27FC236}">
                <a16:creationId xmlns:a16="http://schemas.microsoft.com/office/drawing/2014/main" id="{5D32C4C1-F9D9-4CF0-9848-36309DF01133}"/>
              </a:ext>
            </a:extLst>
          </p:cNvPr>
          <p:cNvSpPr>
            <a:spLocks xmlns:a="http://schemas.openxmlformats.org/drawingml/2006/main" noGrp="1"/>
          </p:cNvSpPr>
          <p:nvPr/>
        </p:nvSpPr>
        <p:spPr>
          <a:xfrm xmlns:a="http://schemas.openxmlformats.org/drawingml/2006/main">
            <a:off x="1095375" y="26479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0" i="0">
                <a:solidFill>
                  <a:srgbClr val="E4EBEF"/>
                </a:solidFill>
                <a:latin typeface="Liberation Sans"/>
                <a:ea typeface="Liberation Sans"/>
                <a:cs typeface="Liberation Sans"/>
              </a:defRPr>
            </a:defPPr>
            <a:lvl1pPr algn="l">
              <a:defRPr sz="2175" b="0" i="0">
                <a:solidFill>
                  <a:srgbClr val="E4EBEF"/>
                </a:solidFill>
                <a:latin typeface="Liberation Sans"/>
                <a:ea typeface="Liberation Sans"/>
                <a:cs typeface="Liberation Sans"/>
              </a:defRPr>
            </a:lvl1pPr>
            <a:lvl2pPr algn="l">
              <a:defRPr sz="2175" b="0" i="0">
                <a:solidFill>
                  <a:srgbClr val="E4EBEF"/>
                </a:solidFill>
                <a:latin typeface="Liberation Sans"/>
                <a:ea typeface="Liberation Sans"/>
                <a:cs typeface="Liberation Sans"/>
              </a:defRPr>
            </a:lvl2pPr>
            <a:lvl3pPr algn="l">
              <a:defRPr sz="2175" b="0" i="0">
                <a:solidFill>
                  <a:srgbClr val="E4EBEF"/>
                </a:solidFill>
                <a:latin typeface="Liberation Sans"/>
                <a:ea typeface="Liberation Sans"/>
                <a:cs typeface="Liberation Sans"/>
              </a:defRPr>
            </a:lvl3pPr>
            <a:lvl4pPr algn="l">
              <a:defRPr sz="2175" b="0" i="0">
                <a:solidFill>
                  <a:srgbClr val="E4EBEF"/>
                </a:solidFill>
                <a:latin typeface="Liberation Sans"/>
                <a:ea typeface="Liberation Sans"/>
                <a:cs typeface="Liberation Sans"/>
              </a:defRPr>
            </a:lvl4pPr>
            <a:lvl5pPr algn="l">
              <a:defRPr sz="2175" b="0" i="0">
                <a:solidFill>
                  <a:srgbClr val="E4EBEF"/>
                </a:solidFill>
                <a:latin typeface="Liberation Sans"/>
                <a:ea typeface="Liberation Sans"/>
                <a:cs typeface="Liberation Sans"/>
              </a:defRPr>
            </a:lvl5pPr>
            <a:lvl6pPr algn="l">
              <a:defRPr sz="2175" b="0" i="0">
                <a:solidFill>
                  <a:srgbClr val="E4EBEF"/>
                </a:solidFill>
                <a:latin typeface="Liberation Sans"/>
                <a:ea typeface="Liberation Sans"/>
                <a:cs typeface="Liberation Sans"/>
              </a:defRPr>
            </a:lvl6pPr>
            <a:lvl7pPr algn="l">
              <a:defRPr sz="2175" b="0" i="0">
                <a:solidFill>
                  <a:srgbClr val="E4EBEF"/>
                </a:solidFill>
                <a:latin typeface="Liberation Sans"/>
                <a:ea typeface="Liberation Sans"/>
                <a:cs typeface="Liberation Sans"/>
              </a:defRPr>
            </a:lvl7pPr>
            <a:lvl8pPr algn="l">
              <a:defRPr sz="2175" b="0" i="0">
                <a:solidFill>
                  <a:srgbClr val="E4EBEF"/>
                </a:solidFill>
                <a:latin typeface="Liberation Sans"/>
                <a:ea typeface="Liberation Sans"/>
                <a:cs typeface="Liberation Sans"/>
              </a:defRPr>
            </a:lvl8pPr>
            <a:lvl9pPr algn="l">
              <a:defRPr sz="2175" b="0" i="0">
                <a:solidFill>
                  <a:srgbClr val="E4EBEF"/>
                </a:solidFill>
                <a:latin typeface="Liberation Sans"/>
                <a:ea typeface="Liberation Sans"/>
                <a:cs typeface="Liberation Sans"/>
              </a:defRPr>
            </a:lvl9pPr>
          </a:lstStyle>
          <a:p xmlns:a="http://schemas.openxmlformats.org/drawingml/2006/main">
            <a:pPr algn="l">
              <a:defRPr sz="2175" b="0" i="0">
                <a:solidFill>
                  <a:srgbClr val="E4EBEF"/>
                </a:solidFill>
                <a:latin typeface="Liberation Sans"/>
                <a:ea typeface="Liberation Sans"/>
                <a:cs typeface="Liberation Sans"/>
              </a:defRPr>
            </a:pPr>
            <a:r>
              <a:rPr sz="2175" b="0" i="0">
                <a:solidFill>
                  <a:srgbClr val="E4EBEF"/>
                </a:solidFill>
                <a:latin typeface="Liberation Sans"/>
                <a:ea typeface="Liberation Sans"/>
                <a:cs typeface="Liberation Sans"/>
              </a:rPr>
              <a:t>A word-score sentiment analysis of Amazon reviews</a:t>
            </a:r>
          </a:p>
        </p:txBody>
      </p:sp>
      <p:sp>
        <p:nvSpPr>
          <p:cNvPr id="5" name="">
            <a:extLst xmlns:a="http://schemas.openxmlformats.org/drawingml/2006/main">
              <a:ext uri="{FF2B5EF4-FFF2-40B4-BE49-F238E27FC236}">
                <a16:creationId xmlns:a16="http://schemas.microsoft.com/office/drawing/2014/main" id="{F67D96E3-9B82-435A-96CD-ADFFBFC88292}"/>
              </a:ext>
            </a:extLst>
          </p:cNvPr>
          <p:cNvSpPr>
            <a:spLocks xmlns:a="http://schemas.openxmlformats.org/drawingml/2006/main" noGrp="1"/>
          </p:cNvSpPr>
          <p:nvPr/>
        </p:nvSpPr>
        <p:spPr>
          <a:xfrm xmlns:a="http://schemas.openxmlformats.org/drawingml/2006/main">
            <a:off x="1095375" y="3714750"/>
            <a:ext cx="1066800" cy="47625"/>
          </a:xfrm>
          <a:prstGeom xmlns:a="http://schemas.openxmlformats.org/drawingml/2006/main" prst="rect">
            <a:avLst/>
          </a:prstGeom>
          <a:solidFill xmlns:a="http://schemas.openxmlformats.org/drawingml/2006/main">
            <a:srgbClr val="34877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02F6513-2540-45DA-9194-6CF12025CA14}"/>
              </a:ext>
            </a:extLst>
          </p:cNvPr>
          <p:cNvSpPr>
            <a:spLocks xmlns:a="http://schemas.openxmlformats.org/drawingml/2006/main" noGrp="1"/>
          </p:cNvSpPr>
          <p:nvPr/>
        </p:nvSpPr>
        <p:spPr>
          <a:xfrm xmlns:a="http://schemas.openxmlformats.org/drawingml/2006/main">
            <a:off x="1095375" y="40195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i="0">
                <a:solidFill>
                  <a:srgbClr val="E4EBEF"/>
                </a:solidFill>
                <a:latin typeface="Liberation Sans"/>
                <a:ea typeface="Liberation Sans"/>
                <a:cs typeface="Liberation Sans"/>
              </a:defRPr>
            </a:defPPr>
            <a:lvl1pPr algn="l">
              <a:defRPr sz="1650" b="0" i="0">
                <a:solidFill>
                  <a:srgbClr val="E4EBEF"/>
                </a:solidFill>
                <a:latin typeface="Liberation Sans"/>
                <a:ea typeface="Liberation Sans"/>
                <a:cs typeface="Liberation Sans"/>
              </a:defRPr>
            </a:lvl1pPr>
            <a:lvl2pPr algn="l">
              <a:defRPr sz="1650" b="0" i="0">
                <a:solidFill>
                  <a:srgbClr val="E4EBEF"/>
                </a:solidFill>
                <a:latin typeface="Liberation Sans"/>
                <a:ea typeface="Liberation Sans"/>
                <a:cs typeface="Liberation Sans"/>
              </a:defRPr>
            </a:lvl2pPr>
            <a:lvl3pPr algn="l">
              <a:defRPr sz="1650" b="0" i="0">
                <a:solidFill>
                  <a:srgbClr val="E4EBEF"/>
                </a:solidFill>
                <a:latin typeface="Liberation Sans"/>
                <a:ea typeface="Liberation Sans"/>
                <a:cs typeface="Liberation Sans"/>
              </a:defRPr>
            </a:lvl3pPr>
            <a:lvl4pPr algn="l">
              <a:defRPr sz="1650" b="0" i="0">
                <a:solidFill>
                  <a:srgbClr val="E4EBEF"/>
                </a:solidFill>
                <a:latin typeface="Liberation Sans"/>
                <a:ea typeface="Liberation Sans"/>
                <a:cs typeface="Liberation Sans"/>
              </a:defRPr>
            </a:lvl4pPr>
            <a:lvl5pPr algn="l">
              <a:defRPr sz="1650" b="0" i="0">
                <a:solidFill>
                  <a:srgbClr val="E4EBEF"/>
                </a:solidFill>
                <a:latin typeface="Liberation Sans"/>
                <a:ea typeface="Liberation Sans"/>
                <a:cs typeface="Liberation Sans"/>
              </a:defRPr>
            </a:lvl5pPr>
            <a:lvl6pPr algn="l">
              <a:defRPr sz="1650" b="0" i="0">
                <a:solidFill>
                  <a:srgbClr val="E4EBEF"/>
                </a:solidFill>
                <a:latin typeface="Liberation Sans"/>
                <a:ea typeface="Liberation Sans"/>
                <a:cs typeface="Liberation Sans"/>
              </a:defRPr>
            </a:lvl6pPr>
            <a:lvl7pPr algn="l">
              <a:defRPr sz="1650" b="0" i="0">
                <a:solidFill>
                  <a:srgbClr val="E4EBEF"/>
                </a:solidFill>
                <a:latin typeface="Liberation Sans"/>
                <a:ea typeface="Liberation Sans"/>
                <a:cs typeface="Liberation Sans"/>
              </a:defRPr>
            </a:lvl7pPr>
            <a:lvl8pPr algn="l">
              <a:defRPr sz="1650" b="0" i="0">
                <a:solidFill>
                  <a:srgbClr val="E4EBEF"/>
                </a:solidFill>
                <a:latin typeface="Liberation Sans"/>
                <a:ea typeface="Liberation Sans"/>
                <a:cs typeface="Liberation Sans"/>
              </a:defRPr>
            </a:lvl8pPr>
            <a:lvl9pPr algn="l">
              <a:defRPr sz="1650" b="0" i="0">
                <a:solidFill>
                  <a:srgbClr val="E4EBEF"/>
                </a:solidFill>
                <a:latin typeface="Liberation Sans"/>
                <a:ea typeface="Liberation Sans"/>
                <a:cs typeface="Liberation Sans"/>
              </a:defRPr>
            </a:lvl9pPr>
          </a:lstStyle>
          <a:p xmlns:a="http://schemas.openxmlformats.org/drawingml/2006/main">
            <a:pPr algn="l">
              <a:defRPr sz="1650" b="0" i="0">
                <a:solidFill>
                  <a:srgbClr val="E4EBEF"/>
                </a:solidFill>
                <a:latin typeface="Liberation Sans"/>
                <a:ea typeface="Liberation Sans"/>
                <a:cs typeface="Liberation Sans"/>
              </a:defRPr>
            </a:pPr>
            <a:r>
              <a:rPr sz="1650" b="0" i="0">
                <a:solidFill>
                  <a:srgbClr val="E4EBEF"/>
                </a:solidFill>
                <a:latin typeface="Liberation Sans"/>
                <a:ea typeface="Liberation Sans"/>
                <a:cs typeface="Liberation Sans"/>
              </a:rPr>
              <a:t>Table 3 · Braedyn, Naya, Vhivanth</a:t>
            </a:r>
          </a:p>
        </p:txBody>
      </p:sp>
      <p:sp>
        <p:nvSpPr>
          <p:cNvPr id="7" name="">
            <a:extLst xmlns:a="http://schemas.openxmlformats.org/drawingml/2006/main">
              <a:ext uri="{FF2B5EF4-FFF2-40B4-BE49-F238E27FC236}">
                <a16:creationId xmlns:a16="http://schemas.microsoft.com/office/drawing/2014/main" id="{75FA8C87-9DB9-4554-BD10-0E0079C3147B}"/>
              </a:ext>
            </a:extLst>
          </p:cNvPr>
          <p:cNvSpPr>
            <a:spLocks xmlns:a="http://schemas.openxmlformats.org/drawingml/2006/main" noGrp="1"/>
          </p:cNvSpPr>
          <p:nvPr/>
        </p:nvSpPr>
        <p:spPr>
          <a:xfrm xmlns:a="http://schemas.openxmlformats.org/drawingml/2006/main">
            <a:off x="1095375" y="5124450"/>
            <a:ext cx="9715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i="0">
                <a:solidFill>
                  <a:srgbClr val="D7E1E7"/>
                </a:solidFill>
                <a:latin typeface="Liberation Sans"/>
                <a:ea typeface="Liberation Sans"/>
                <a:cs typeface="Liberation Sans"/>
              </a:defRPr>
            </a:defPPr>
            <a:lvl1pPr algn="l">
              <a:defRPr sz="1650" b="0" i="0">
                <a:solidFill>
                  <a:srgbClr val="D7E1E7"/>
                </a:solidFill>
                <a:latin typeface="Liberation Sans"/>
                <a:ea typeface="Liberation Sans"/>
                <a:cs typeface="Liberation Sans"/>
              </a:defRPr>
            </a:lvl1pPr>
            <a:lvl2pPr algn="l">
              <a:defRPr sz="1650" b="0" i="0">
                <a:solidFill>
                  <a:srgbClr val="D7E1E7"/>
                </a:solidFill>
                <a:latin typeface="Liberation Sans"/>
                <a:ea typeface="Liberation Sans"/>
                <a:cs typeface="Liberation Sans"/>
              </a:defRPr>
            </a:lvl2pPr>
            <a:lvl3pPr algn="l">
              <a:defRPr sz="1650" b="0" i="0">
                <a:solidFill>
                  <a:srgbClr val="D7E1E7"/>
                </a:solidFill>
                <a:latin typeface="Liberation Sans"/>
                <a:ea typeface="Liberation Sans"/>
                <a:cs typeface="Liberation Sans"/>
              </a:defRPr>
            </a:lvl3pPr>
            <a:lvl4pPr algn="l">
              <a:defRPr sz="1650" b="0" i="0">
                <a:solidFill>
                  <a:srgbClr val="D7E1E7"/>
                </a:solidFill>
                <a:latin typeface="Liberation Sans"/>
                <a:ea typeface="Liberation Sans"/>
                <a:cs typeface="Liberation Sans"/>
              </a:defRPr>
            </a:lvl4pPr>
            <a:lvl5pPr algn="l">
              <a:defRPr sz="1650" b="0" i="0">
                <a:solidFill>
                  <a:srgbClr val="D7E1E7"/>
                </a:solidFill>
                <a:latin typeface="Liberation Sans"/>
                <a:ea typeface="Liberation Sans"/>
                <a:cs typeface="Liberation Sans"/>
              </a:defRPr>
            </a:lvl5pPr>
            <a:lvl6pPr algn="l">
              <a:defRPr sz="1650" b="0" i="0">
                <a:solidFill>
                  <a:srgbClr val="D7E1E7"/>
                </a:solidFill>
                <a:latin typeface="Liberation Sans"/>
                <a:ea typeface="Liberation Sans"/>
                <a:cs typeface="Liberation Sans"/>
              </a:defRPr>
            </a:lvl6pPr>
            <a:lvl7pPr algn="l">
              <a:defRPr sz="1650" b="0" i="0">
                <a:solidFill>
                  <a:srgbClr val="D7E1E7"/>
                </a:solidFill>
                <a:latin typeface="Liberation Sans"/>
                <a:ea typeface="Liberation Sans"/>
                <a:cs typeface="Liberation Sans"/>
              </a:defRPr>
            </a:lvl7pPr>
            <a:lvl8pPr algn="l">
              <a:defRPr sz="1650" b="0" i="0">
                <a:solidFill>
                  <a:srgbClr val="D7E1E7"/>
                </a:solidFill>
                <a:latin typeface="Liberation Sans"/>
                <a:ea typeface="Liberation Sans"/>
                <a:cs typeface="Liberation Sans"/>
              </a:defRPr>
            </a:lvl8pPr>
            <a:lvl9pPr algn="l">
              <a:defRPr sz="1650" b="0" i="0">
                <a:solidFill>
                  <a:srgbClr val="D7E1E7"/>
                </a:solidFill>
                <a:latin typeface="Liberation Sans"/>
                <a:ea typeface="Liberation Sans"/>
                <a:cs typeface="Liberation Sans"/>
              </a:defRPr>
            </a:lvl9pPr>
          </a:lstStyle>
          <a:p xmlns:a="http://schemas.openxmlformats.org/drawingml/2006/main">
            <a:pPr algn="l">
              <a:defRPr sz="1650" b="0" i="0">
                <a:solidFill>
                  <a:srgbClr val="D7E1E7"/>
                </a:solidFill>
                <a:latin typeface="Liberation Sans"/>
                <a:ea typeface="Liberation Sans"/>
                <a:cs typeface="Liberation Sans"/>
              </a:defRPr>
            </a:pPr>
            <a:r>
              <a:rPr sz="1650" b="0" i="0">
                <a:solidFill>
                  <a:srgbClr val="D7E1E7"/>
                </a:solidFill>
                <a:latin typeface="Liberation Sans"/>
                <a:ea typeface="Liberation Sans"/>
                <a:cs typeface="Liberation Sans"/>
              </a:rPr>
              <a:t>Question: How does review sentiment in the first 90 days compare with later reviews?</a:t>
            </a:r>
          </a:p>
        </p:txBody>
      </p:sp>
    </p:spTree>
    <p:extLst>
      <p:ext uri="{BB962C8B-B14F-4D97-AF65-F5344CB8AC3E}">
        <p14:creationId xmlns:p14="http://schemas.microsoft.com/office/powerpoint/2010/main" val="2138037308"/>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67D9D6D-7890-4A97-A34F-4CE11B1C0E41}"/>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34877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74FE917-59FC-4DAA-A463-DCD0DEC3AE4B}"/>
              </a:ext>
            </a:extLst>
          </p:cNvPr>
          <p:cNvSpPr>
            <a:spLocks xmlns:a="http://schemas.openxmlformats.org/drawingml/2006/main" noGrp="1"/>
          </p:cNvSpPr>
          <p:nvPr/>
        </p:nvSpPr>
        <p:spPr>
          <a:xfrm xmlns:a="http://schemas.openxmlformats.org/drawingml/2006/main">
            <a:off x="685800" y="457200"/>
            <a:ext cx="1076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i="0">
                <a:solidFill>
                  <a:srgbClr val="10243A"/>
                </a:solidFill>
                <a:latin typeface="Liberation Sans"/>
                <a:ea typeface="Liberation Sans"/>
                <a:cs typeface="Liberation Sans"/>
              </a:defRPr>
            </a:defPPr>
            <a:lvl1pPr algn="l">
              <a:defRPr sz="2850" b="1" i="0">
                <a:solidFill>
                  <a:srgbClr val="10243A"/>
                </a:solidFill>
                <a:latin typeface="Liberation Sans"/>
                <a:ea typeface="Liberation Sans"/>
                <a:cs typeface="Liberation Sans"/>
              </a:defRPr>
            </a:lvl1pPr>
            <a:lvl2pPr algn="l">
              <a:defRPr sz="2850" b="1" i="0">
                <a:solidFill>
                  <a:srgbClr val="10243A"/>
                </a:solidFill>
                <a:latin typeface="Liberation Sans"/>
                <a:ea typeface="Liberation Sans"/>
                <a:cs typeface="Liberation Sans"/>
              </a:defRPr>
            </a:lvl2pPr>
            <a:lvl3pPr algn="l">
              <a:defRPr sz="2850" b="1" i="0">
                <a:solidFill>
                  <a:srgbClr val="10243A"/>
                </a:solidFill>
                <a:latin typeface="Liberation Sans"/>
                <a:ea typeface="Liberation Sans"/>
                <a:cs typeface="Liberation Sans"/>
              </a:defRPr>
            </a:lvl3pPr>
            <a:lvl4pPr algn="l">
              <a:defRPr sz="2850" b="1" i="0">
                <a:solidFill>
                  <a:srgbClr val="10243A"/>
                </a:solidFill>
                <a:latin typeface="Liberation Sans"/>
                <a:ea typeface="Liberation Sans"/>
                <a:cs typeface="Liberation Sans"/>
              </a:defRPr>
            </a:lvl4pPr>
            <a:lvl5pPr algn="l">
              <a:defRPr sz="2850" b="1" i="0">
                <a:solidFill>
                  <a:srgbClr val="10243A"/>
                </a:solidFill>
                <a:latin typeface="Liberation Sans"/>
                <a:ea typeface="Liberation Sans"/>
                <a:cs typeface="Liberation Sans"/>
              </a:defRPr>
            </a:lvl5pPr>
            <a:lvl6pPr algn="l">
              <a:defRPr sz="2850" b="1" i="0">
                <a:solidFill>
                  <a:srgbClr val="10243A"/>
                </a:solidFill>
                <a:latin typeface="Liberation Sans"/>
                <a:ea typeface="Liberation Sans"/>
                <a:cs typeface="Liberation Sans"/>
              </a:defRPr>
            </a:lvl6pPr>
            <a:lvl7pPr algn="l">
              <a:defRPr sz="2850" b="1" i="0">
                <a:solidFill>
                  <a:srgbClr val="10243A"/>
                </a:solidFill>
                <a:latin typeface="Liberation Sans"/>
                <a:ea typeface="Liberation Sans"/>
                <a:cs typeface="Liberation Sans"/>
              </a:defRPr>
            </a:lvl7pPr>
            <a:lvl8pPr algn="l">
              <a:defRPr sz="2850" b="1" i="0">
                <a:solidFill>
                  <a:srgbClr val="10243A"/>
                </a:solidFill>
                <a:latin typeface="Liberation Sans"/>
                <a:ea typeface="Liberation Sans"/>
                <a:cs typeface="Liberation Sans"/>
              </a:defRPr>
            </a:lvl8pPr>
            <a:lvl9pPr algn="l">
              <a:defRPr sz="2850" b="1" i="0">
                <a:solidFill>
                  <a:srgbClr val="10243A"/>
                </a:solidFill>
                <a:latin typeface="Liberation Sans"/>
                <a:ea typeface="Liberation Sans"/>
                <a:cs typeface="Liberation Sans"/>
              </a:defRPr>
            </a:lvl9pPr>
          </a:lstStyle>
          <a:p xmlns:a="http://schemas.openxmlformats.org/drawingml/2006/main">
            <a:pPr algn="l">
              <a:defRPr sz="2850" b="1" i="0">
                <a:solidFill>
                  <a:srgbClr val="10243A"/>
                </a:solidFill>
                <a:latin typeface="Liberation Sans"/>
                <a:ea typeface="Liberation Sans"/>
                <a:cs typeface="Liberation Sans"/>
              </a:defRPr>
            </a:pPr>
            <a:r>
              <a:rPr sz="2850" b="1" i="0">
                <a:solidFill>
                  <a:srgbClr val="10243A"/>
                </a:solidFill>
                <a:latin typeface="Liberation Sans"/>
                <a:ea typeface="Liberation Sans"/>
                <a:cs typeface="Liberation Sans"/>
              </a:rPr>
              <a:t>Research question and answer</a:t>
            </a:r>
          </a:p>
        </p:txBody>
      </p:sp>
      <p:sp>
        <p:nvSpPr>
          <p:cNvPr id="3" name="">
            <a:extLst xmlns:a="http://schemas.openxmlformats.org/drawingml/2006/main">
              <a:ext uri="{FF2B5EF4-FFF2-40B4-BE49-F238E27FC236}">
                <a16:creationId xmlns:a16="http://schemas.microsoft.com/office/drawing/2014/main" id="{51B431FD-2894-430B-9FE0-356A9E500ACC}"/>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3E776F8-FCB6-4AAC-91EE-476C8F360D51}"/>
              </a:ext>
            </a:extLst>
          </p:cNvPr>
          <p:cNvSpPr>
            <a:spLocks xmlns:a="http://schemas.openxmlformats.org/drawingml/2006/main" noGrp="1"/>
          </p:cNvSpPr>
          <p:nvPr/>
        </p:nvSpPr>
        <p:spPr>
          <a:xfrm xmlns:a="http://schemas.openxmlformats.org/drawingml/2006/main">
            <a:off x="685800" y="64579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0">
                <a:solidFill>
                  <a:srgbClr val="687783"/>
                </a:solidFill>
                <a:latin typeface="Liberation Sans"/>
                <a:ea typeface="Liberation Sans"/>
                <a:cs typeface="Liberation Sans"/>
              </a:defRPr>
            </a:defPPr>
            <a:lvl1pPr algn="l">
              <a:defRPr sz="1050" b="0" i="0">
                <a:solidFill>
                  <a:srgbClr val="687783"/>
                </a:solidFill>
                <a:latin typeface="Liberation Sans"/>
                <a:ea typeface="Liberation Sans"/>
                <a:cs typeface="Liberation Sans"/>
              </a:defRPr>
            </a:lvl1pPr>
            <a:lvl2pPr algn="l">
              <a:defRPr sz="1050" b="0" i="0">
                <a:solidFill>
                  <a:srgbClr val="687783"/>
                </a:solidFill>
                <a:latin typeface="Liberation Sans"/>
                <a:ea typeface="Liberation Sans"/>
                <a:cs typeface="Liberation Sans"/>
              </a:defRPr>
            </a:lvl2pPr>
            <a:lvl3pPr algn="l">
              <a:defRPr sz="1050" b="0" i="0">
                <a:solidFill>
                  <a:srgbClr val="687783"/>
                </a:solidFill>
                <a:latin typeface="Liberation Sans"/>
                <a:ea typeface="Liberation Sans"/>
                <a:cs typeface="Liberation Sans"/>
              </a:defRPr>
            </a:lvl3pPr>
            <a:lvl4pPr algn="l">
              <a:defRPr sz="1050" b="0" i="0">
                <a:solidFill>
                  <a:srgbClr val="687783"/>
                </a:solidFill>
                <a:latin typeface="Liberation Sans"/>
                <a:ea typeface="Liberation Sans"/>
                <a:cs typeface="Liberation Sans"/>
              </a:defRPr>
            </a:lvl4pPr>
            <a:lvl5pPr algn="l">
              <a:defRPr sz="1050" b="0" i="0">
                <a:solidFill>
                  <a:srgbClr val="687783"/>
                </a:solidFill>
                <a:latin typeface="Liberation Sans"/>
                <a:ea typeface="Liberation Sans"/>
                <a:cs typeface="Liberation Sans"/>
              </a:defRPr>
            </a:lvl5pPr>
            <a:lvl6pPr algn="l">
              <a:defRPr sz="1050" b="0" i="0">
                <a:solidFill>
                  <a:srgbClr val="687783"/>
                </a:solidFill>
                <a:latin typeface="Liberation Sans"/>
                <a:ea typeface="Liberation Sans"/>
                <a:cs typeface="Liberation Sans"/>
              </a:defRPr>
            </a:lvl6pPr>
            <a:lvl7pPr algn="l">
              <a:defRPr sz="1050" b="0" i="0">
                <a:solidFill>
                  <a:srgbClr val="687783"/>
                </a:solidFill>
                <a:latin typeface="Liberation Sans"/>
                <a:ea typeface="Liberation Sans"/>
                <a:cs typeface="Liberation Sans"/>
              </a:defRPr>
            </a:lvl7pPr>
            <a:lvl8pPr algn="l">
              <a:defRPr sz="1050" b="0" i="0">
                <a:solidFill>
                  <a:srgbClr val="687783"/>
                </a:solidFill>
                <a:latin typeface="Liberation Sans"/>
                <a:ea typeface="Liberation Sans"/>
                <a:cs typeface="Liberation Sans"/>
              </a:defRPr>
            </a:lvl8pPr>
            <a:lvl9pPr algn="l">
              <a:defRPr sz="1050" b="0" i="0">
                <a:solidFill>
                  <a:srgbClr val="687783"/>
                </a:solidFill>
                <a:latin typeface="Liberation Sans"/>
                <a:ea typeface="Liberation Sans"/>
                <a:cs typeface="Liberation Sans"/>
              </a:defRPr>
            </a:lvl9pPr>
          </a:lstStyle>
          <a:p xmlns:a="http://schemas.openxmlformats.org/drawingml/2006/main">
            <a:pPr algn="l">
              <a:defRPr sz="1050" b="0" i="0">
                <a:solidFill>
                  <a:srgbClr val="687783"/>
                </a:solidFill>
                <a:latin typeface="Liberation Sans"/>
                <a:ea typeface="Liberation Sans"/>
                <a:cs typeface="Liberation Sans"/>
              </a:defRPr>
            </a:pPr>
            <a:r>
              <a:rPr sz="1050" b="0" i="0">
                <a:solidFill>
                  <a:srgbClr val="687783"/>
                </a:solidFill>
                <a:latin typeface="Liberation Sans"/>
                <a:ea typeface="Liberation Sans"/>
                <a:cs typeface="Liberation Sans"/>
              </a:rPr>
              <a:t>Consumer Review Lab · Activity 5</a:t>
            </a:r>
          </a:p>
        </p:txBody>
      </p:sp>
      <p:sp>
        <p:nvSpPr>
          <p:cNvPr id="5" name="">
            <a:extLst xmlns:a="http://schemas.openxmlformats.org/drawingml/2006/main">
              <a:ext uri="{FF2B5EF4-FFF2-40B4-BE49-F238E27FC236}">
                <a16:creationId xmlns:a16="http://schemas.microsoft.com/office/drawing/2014/main" id="{7DAA3A0C-94B3-418D-9BC2-D58CFC7EE486}"/>
              </a:ext>
            </a:extLst>
          </p:cNvPr>
          <p:cNvSpPr>
            <a:spLocks xmlns:a="http://schemas.openxmlformats.org/drawingml/2006/main" noGrp="1"/>
          </p:cNvSpPr>
          <p:nvPr/>
        </p:nvSpPr>
        <p:spPr>
          <a:xfrm xmlns:a="http://schemas.openxmlformats.org/drawingml/2006/main">
            <a:off x="11106150" y="64389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0" i="0">
                <a:solidFill>
                  <a:srgbClr val="687783"/>
                </a:solidFill>
                <a:latin typeface="Liberation Sans"/>
                <a:ea typeface="Liberation Sans"/>
                <a:cs typeface="Liberation Sans"/>
              </a:defRPr>
            </a:defPPr>
            <a:lvl1pPr algn="r">
              <a:defRPr sz="1125" b="0" i="0">
                <a:solidFill>
                  <a:srgbClr val="687783"/>
                </a:solidFill>
                <a:latin typeface="Liberation Sans"/>
                <a:ea typeface="Liberation Sans"/>
                <a:cs typeface="Liberation Sans"/>
              </a:defRPr>
            </a:lvl1pPr>
            <a:lvl2pPr algn="r">
              <a:defRPr sz="1125" b="0" i="0">
                <a:solidFill>
                  <a:srgbClr val="687783"/>
                </a:solidFill>
                <a:latin typeface="Liberation Sans"/>
                <a:ea typeface="Liberation Sans"/>
                <a:cs typeface="Liberation Sans"/>
              </a:defRPr>
            </a:lvl2pPr>
            <a:lvl3pPr algn="r">
              <a:defRPr sz="1125" b="0" i="0">
                <a:solidFill>
                  <a:srgbClr val="687783"/>
                </a:solidFill>
                <a:latin typeface="Liberation Sans"/>
                <a:ea typeface="Liberation Sans"/>
                <a:cs typeface="Liberation Sans"/>
              </a:defRPr>
            </a:lvl3pPr>
            <a:lvl4pPr algn="r">
              <a:defRPr sz="1125" b="0" i="0">
                <a:solidFill>
                  <a:srgbClr val="687783"/>
                </a:solidFill>
                <a:latin typeface="Liberation Sans"/>
                <a:ea typeface="Liberation Sans"/>
                <a:cs typeface="Liberation Sans"/>
              </a:defRPr>
            </a:lvl4pPr>
            <a:lvl5pPr algn="r">
              <a:defRPr sz="1125" b="0" i="0">
                <a:solidFill>
                  <a:srgbClr val="687783"/>
                </a:solidFill>
                <a:latin typeface="Liberation Sans"/>
                <a:ea typeface="Liberation Sans"/>
                <a:cs typeface="Liberation Sans"/>
              </a:defRPr>
            </a:lvl5pPr>
            <a:lvl6pPr algn="r">
              <a:defRPr sz="1125" b="0" i="0">
                <a:solidFill>
                  <a:srgbClr val="687783"/>
                </a:solidFill>
                <a:latin typeface="Liberation Sans"/>
                <a:ea typeface="Liberation Sans"/>
                <a:cs typeface="Liberation Sans"/>
              </a:defRPr>
            </a:lvl6pPr>
            <a:lvl7pPr algn="r">
              <a:defRPr sz="1125" b="0" i="0">
                <a:solidFill>
                  <a:srgbClr val="687783"/>
                </a:solidFill>
                <a:latin typeface="Liberation Sans"/>
                <a:ea typeface="Liberation Sans"/>
                <a:cs typeface="Liberation Sans"/>
              </a:defRPr>
            </a:lvl7pPr>
            <a:lvl8pPr algn="r">
              <a:defRPr sz="1125" b="0" i="0">
                <a:solidFill>
                  <a:srgbClr val="687783"/>
                </a:solidFill>
                <a:latin typeface="Liberation Sans"/>
                <a:ea typeface="Liberation Sans"/>
                <a:cs typeface="Liberation Sans"/>
              </a:defRPr>
            </a:lvl8pPr>
            <a:lvl9pPr algn="r">
              <a:defRPr sz="1125" b="0" i="0">
                <a:solidFill>
                  <a:srgbClr val="687783"/>
                </a:solidFill>
                <a:latin typeface="Liberation Sans"/>
                <a:ea typeface="Liberation Sans"/>
                <a:cs typeface="Liberation Sans"/>
              </a:defRPr>
            </a:lvl9pPr>
          </a:lstStyle>
          <a:p xmlns:a="http://schemas.openxmlformats.org/drawingml/2006/main">
            <a:pPr algn="r">
              <a:defRPr sz="1125" b="0" i="0">
                <a:solidFill>
                  <a:srgbClr val="687783"/>
                </a:solidFill>
                <a:latin typeface="Liberation Sans"/>
                <a:ea typeface="Liberation Sans"/>
                <a:cs typeface="Liberation Sans"/>
              </a:defRPr>
            </a:pPr>
            <a:r>
              <a:rPr sz="1125" b="0" i="0">
                <a:solidFill>
                  <a:srgbClr val="687783"/>
                </a:solidFill>
                <a:latin typeface="Liberation Sans"/>
                <a:ea typeface="Liberation Sans"/>
                <a:cs typeface="Liberation Sans"/>
              </a:rPr>
              <a:t>02</a:t>
            </a:r>
          </a:p>
        </p:txBody>
      </p:sp>
      <p:sp>
        <p:nvSpPr>
          <p:cNvPr id="6" name="">
            <a:extLst xmlns:a="http://schemas.openxmlformats.org/drawingml/2006/main">
              <a:ext uri="{FF2B5EF4-FFF2-40B4-BE49-F238E27FC236}">
                <a16:creationId xmlns:a16="http://schemas.microsoft.com/office/drawing/2014/main" id="{9B090990-28BD-4806-B1FC-80FB7670E752}"/>
              </a:ext>
            </a:extLst>
          </p:cNvPr>
          <p:cNvSpPr>
            <a:spLocks xmlns:a="http://schemas.openxmlformats.org/drawingml/2006/main" noGrp="1"/>
          </p:cNvSpPr>
          <p:nvPr/>
        </p:nvSpPr>
        <p:spPr>
          <a:xfrm xmlns:a="http://schemas.openxmlformats.org/drawingml/2006/main">
            <a:off x="685800" y="1552575"/>
            <a:ext cx="5715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i="0">
                <a:solidFill>
                  <a:srgbClr val="10243A"/>
                </a:solidFill>
                <a:latin typeface="Liberation Sans"/>
                <a:ea typeface="Liberation Sans"/>
                <a:cs typeface="Liberation Sans"/>
              </a:defRPr>
            </a:defPPr>
            <a:lvl1pPr algn="l">
              <a:defRPr sz="2250" b="1" i="0">
                <a:solidFill>
                  <a:srgbClr val="10243A"/>
                </a:solidFill>
                <a:latin typeface="Liberation Sans"/>
                <a:ea typeface="Liberation Sans"/>
                <a:cs typeface="Liberation Sans"/>
              </a:defRPr>
            </a:lvl1pPr>
            <a:lvl2pPr algn="l">
              <a:defRPr sz="2250" b="1" i="0">
                <a:solidFill>
                  <a:srgbClr val="10243A"/>
                </a:solidFill>
                <a:latin typeface="Liberation Sans"/>
                <a:ea typeface="Liberation Sans"/>
                <a:cs typeface="Liberation Sans"/>
              </a:defRPr>
            </a:lvl2pPr>
            <a:lvl3pPr algn="l">
              <a:defRPr sz="2250" b="1" i="0">
                <a:solidFill>
                  <a:srgbClr val="10243A"/>
                </a:solidFill>
                <a:latin typeface="Liberation Sans"/>
                <a:ea typeface="Liberation Sans"/>
                <a:cs typeface="Liberation Sans"/>
              </a:defRPr>
            </a:lvl3pPr>
            <a:lvl4pPr algn="l">
              <a:defRPr sz="2250" b="1" i="0">
                <a:solidFill>
                  <a:srgbClr val="10243A"/>
                </a:solidFill>
                <a:latin typeface="Liberation Sans"/>
                <a:ea typeface="Liberation Sans"/>
                <a:cs typeface="Liberation Sans"/>
              </a:defRPr>
            </a:lvl4pPr>
            <a:lvl5pPr algn="l">
              <a:defRPr sz="2250" b="1" i="0">
                <a:solidFill>
                  <a:srgbClr val="10243A"/>
                </a:solidFill>
                <a:latin typeface="Liberation Sans"/>
                <a:ea typeface="Liberation Sans"/>
                <a:cs typeface="Liberation Sans"/>
              </a:defRPr>
            </a:lvl5pPr>
            <a:lvl6pPr algn="l">
              <a:defRPr sz="2250" b="1" i="0">
                <a:solidFill>
                  <a:srgbClr val="10243A"/>
                </a:solidFill>
                <a:latin typeface="Liberation Sans"/>
                <a:ea typeface="Liberation Sans"/>
                <a:cs typeface="Liberation Sans"/>
              </a:defRPr>
            </a:lvl6pPr>
            <a:lvl7pPr algn="l">
              <a:defRPr sz="2250" b="1" i="0">
                <a:solidFill>
                  <a:srgbClr val="10243A"/>
                </a:solidFill>
                <a:latin typeface="Liberation Sans"/>
                <a:ea typeface="Liberation Sans"/>
                <a:cs typeface="Liberation Sans"/>
              </a:defRPr>
            </a:lvl7pPr>
            <a:lvl8pPr algn="l">
              <a:defRPr sz="2250" b="1" i="0">
                <a:solidFill>
                  <a:srgbClr val="10243A"/>
                </a:solidFill>
                <a:latin typeface="Liberation Sans"/>
                <a:ea typeface="Liberation Sans"/>
                <a:cs typeface="Liberation Sans"/>
              </a:defRPr>
            </a:lvl8pPr>
            <a:lvl9pPr algn="l">
              <a:defRPr sz="2250" b="1" i="0">
                <a:solidFill>
                  <a:srgbClr val="10243A"/>
                </a:solidFill>
                <a:latin typeface="Liberation Sans"/>
                <a:ea typeface="Liberation Sans"/>
                <a:cs typeface="Liberation Sans"/>
              </a:defRPr>
            </a:lvl9pPr>
          </a:lstStyle>
          <a:p xmlns:a="http://schemas.openxmlformats.org/drawingml/2006/main">
            <a:pPr algn="l">
              <a:defRPr sz="2250" b="1" i="0">
                <a:solidFill>
                  <a:srgbClr val="10243A"/>
                </a:solidFill>
                <a:latin typeface="Liberation Sans"/>
                <a:ea typeface="Liberation Sans"/>
                <a:cs typeface="Liberation Sans"/>
              </a:defRPr>
            </a:pPr>
            <a:r>
              <a:rPr sz="2250" b="1" i="0">
                <a:solidFill>
                  <a:srgbClr val="10243A"/>
                </a:solidFill>
                <a:latin typeface="Liberation Sans"/>
                <a:ea typeface="Liberation Sans"/>
                <a:cs typeface="Liberation Sans"/>
              </a:rPr>
              <a:t>How does sentiment in the first 90 days compare with later reviews?</a:t>
            </a:r>
          </a:p>
        </p:txBody>
      </p:sp>
      <p:sp>
        <p:nvSpPr>
          <p:cNvPr id="7" name="">
            <a:extLst xmlns:a="http://schemas.openxmlformats.org/drawingml/2006/main">
              <a:ext uri="{FF2B5EF4-FFF2-40B4-BE49-F238E27FC236}">
                <a16:creationId xmlns:a16="http://schemas.microsoft.com/office/drawing/2014/main" id="{4B3358B6-D5B5-4080-B919-DE5E4C50B34A}"/>
              </a:ext>
            </a:extLst>
          </p:cNvPr>
          <p:cNvSpPr>
            <a:spLocks xmlns:a="http://schemas.openxmlformats.org/drawingml/2006/main" noGrp="1"/>
          </p:cNvSpPr>
          <p:nvPr/>
        </p:nvSpPr>
        <p:spPr>
          <a:xfrm xmlns:a="http://schemas.openxmlformats.org/drawingml/2006/main">
            <a:off x="685800" y="2628900"/>
            <a:ext cx="5429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i="0">
                <a:solidFill>
                  <a:srgbClr val="182B45"/>
                </a:solidFill>
                <a:latin typeface="Liberation Sans"/>
                <a:ea typeface="Liberation Sans"/>
                <a:cs typeface="Liberation Sans"/>
              </a:defRPr>
            </a:defPPr>
            <a:lvl1pPr algn="l">
              <a:defRPr sz="1800" b="0" i="0">
                <a:solidFill>
                  <a:srgbClr val="182B45"/>
                </a:solidFill>
                <a:latin typeface="Liberation Sans"/>
                <a:ea typeface="Liberation Sans"/>
                <a:cs typeface="Liberation Sans"/>
              </a:defRPr>
            </a:lvl1pPr>
            <a:lvl2pPr algn="l">
              <a:defRPr sz="1800" b="0" i="0">
                <a:solidFill>
                  <a:srgbClr val="182B45"/>
                </a:solidFill>
                <a:latin typeface="Liberation Sans"/>
                <a:ea typeface="Liberation Sans"/>
                <a:cs typeface="Liberation Sans"/>
              </a:defRPr>
            </a:lvl2pPr>
            <a:lvl3pPr algn="l">
              <a:defRPr sz="1800" b="0" i="0">
                <a:solidFill>
                  <a:srgbClr val="182B45"/>
                </a:solidFill>
                <a:latin typeface="Liberation Sans"/>
                <a:ea typeface="Liberation Sans"/>
                <a:cs typeface="Liberation Sans"/>
              </a:defRPr>
            </a:lvl3pPr>
            <a:lvl4pPr algn="l">
              <a:defRPr sz="1800" b="0" i="0">
                <a:solidFill>
                  <a:srgbClr val="182B45"/>
                </a:solidFill>
                <a:latin typeface="Liberation Sans"/>
                <a:ea typeface="Liberation Sans"/>
                <a:cs typeface="Liberation Sans"/>
              </a:defRPr>
            </a:lvl4pPr>
            <a:lvl5pPr algn="l">
              <a:defRPr sz="1800" b="0" i="0">
                <a:solidFill>
                  <a:srgbClr val="182B45"/>
                </a:solidFill>
                <a:latin typeface="Liberation Sans"/>
                <a:ea typeface="Liberation Sans"/>
                <a:cs typeface="Liberation Sans"/>
              </a:defRPr>
            </a:lvl5pPr>
            <a:lvl6pPr algn="l">
              <a:defRPr sz="1800" b="0" i="0">
                <a:solidFill>
                  <a:srgbClr val="182B45"/>
                </a:solidFill>
                <a:latin typeface="Liberation Sans"/>
                <a:ea typeface="Liberation Sans"/>
                <a:cs typeface="Liberation Sans"/>
              </a:defRPr>
            </a:lvl6pPr>
            <a:lvl7pPr algn="l">
              <a:defRPr sz="1800" b="0" i="0">
                <a:solidFill>
                  <a:srgbClr val="182B45"/>
                </a:solidFill>
                <a:latin typeface="Liberation Sans"/>
                <a:ea typeface="Liberation Sans"/>
                <a:cs typeface="Liberation Sans"/>
              </a:defRPr>
            </a:lvl7pPr>
            <a:lvl8pPr algn="l">
              <a:defRPr sz="1800" b="0" i="0">
                <a:solidFill>
                  <a:srgbClr val="182B45"/>
                </a:solidFill>
                <a:latin typeface="Liberation Sans"/>
                <a:ea typeface="Liberation Sans"/>
                <a:cs typeface="Liberation Sans"/>
              </a:defRPr>
            </a:lvl8pPr>
            <a:lvl9pPr algn="l">
              <a:defRPr sz="1800" b="0" i="0">
                <a:solidFill>
                  <a:srgbClr val="182B45"/>
                </a:solidFill>
                <a:latin typeface="Liberation Sans"/>
                <a:ea typeface="Liberation Sans"/>
                <a:cs typeface="Liberation Sans"/>
              </a:defRPr>
            </a:lvl9pPr>
          </a:lstStyle>
          <a:p xmlns:a="http://schemas.openxmlformats.org/drawingml/2006/main">
            <a:pPr algn="l">
              <a:defRPr sz="1800" b="0" i="0">
                <a:solidFill>
                  <a:srgbClr val="182B45"/>
                </a:solidFill>
                <a:latin typeface="Liberation Sans"/>
                <a:ea typeface="Liberation Sans"/>
                <a:cs typeface="Liberation Sans"/>
              </a:defRPr>
            </a:pPr>
            <a:r>
              <a:rPr sz="1800" b="0" i="0">
                <a:solidFill>
                  <a:srgbClr val="182B45"/>
                </a:solidFill>
                <a:latin typeface="Liberation Sans"/>
                <a:ea typeface="Liberation Sans"/>
                <a:cs typeface="Liberation Sans"/>
              </a:rPr>
              <a:t>Positive word-score reviews were almost identical in the two periods.</a:t>
            </a:r>
          </a:p>
        </p:txBody>
      </p:sp>
      <p:sp>
        <p:nvSpPr>
          <p:cNvPr id="8" name="">
            <a:extLst xmlns:a="http://schemas.openxmlformats.org/drawingml/2006/main">
              <a:ext uri="{FF2B5EF4-FFF2-40B4-BE49-F238E27FC236}">
                <a16:creationId xmlns:a16="http://schemas.microsoft.com/office/drawing/2014/main" id="{19AF3864-68C4-4EA8-9F5B-FEFF72D59C23}"/>
              </a:ext>
            </a:extLst>
          </p:cNvPr>
          <p:cNvSpPr>
            <a:spLocks xmlns:a="http://schemas.openxmlformats.org/drawingml/2006/main" noGrp="1"/>
          </p:cNvSpPr>
          <p:nvPr/>
        </p:nvSpPr>
        <p:spPr>
          <a:xfrm xmlns:a="http://schemas.openxmlformats.org/drawingml/2006/main">
            <a:off x="685800" y="3714750"/>
            <a:ext cx="4953000" cy="9525"/>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0582D93-049B-4FF7-A7F5-D39950C37DB1}"/>
              </a:ext>
            </a:extLst>
          </p:cNvPr>
          <p:cNvSpPr>
            <a:spLocks xmlns:a="http://schemas.openxmlformats.org/drawingml/2006/main" noGrp="1"/>
          </p:cNvSpPr>
          <p:nvPr/>
        </p:nvSpPr>
        <p:spPr>
          <a:xfrm xmlns:a="http://schemas.openxmlformats.org/drawingml/2006/main">
            <a:off x="685800" y="4000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536579"/>
                </a:solidFill>
                <a:latin typeface="Liberation Sans"/>
                <a:ea typeface="Liberation Sans"/>
                <a:cs typeface="Liberation Sans"/>
              </a:defRPr>
            </a:defPPr>
            <a:lvl1pPr algn="l">
              <a:defRPr sz="1425" b="1" i="0">
                <a:solidFill>
                  <a:srgbClr val="536579"/>
                </a:solidFill>
                <a:latin typeface="Liberation Sans"/>
                <a:ea typeface="Liberation Sans"/>
                <a:cs typeface="Liberation Sans"/>
              </a:defRPr>
            </a:lvl1pPr>
            <a:lvl2pPr algn="l">
              <a:defRPr sz="1425" b="1" i="0">
                <a:solidFill>
                  <a:srgbClr val="536579"/>
                </a:solidFill>
                <a:latin typeface="Liberation Sans"/>
                <a:ea typeface="Liberation Sans"/>
                <a:cs typeface="Liberation Sans"/>
              </a:defRPr>
            </a:lvl2pPr>
            <a:lvl3pPr algn="l">
              <a:defRPr sz="1425" b="1" i="0">
                <a:solidFill>
                  <a:srgbClr val="536579"/>
                </a:solidFill>
                <a:latin typeface="Liberation Sans"/>
                <a:ea typeface="Liberation Sans"/>
                <a:cs typeface="Liberation Sans"/>
              </a:defRPr>
            </a:lvl3pPr>
            <a:lvl4pPr algn="l">
              <a:defRPr sz="1425" b="1" i="0">
                <a:solidFill>
                  <a:srgbClr val="536579"/>
                </a:solidFill>
                <a:latin typeface="Liberation Sans"/>
                <a:ea typeface="Liberation Sans"/>
                <a:cs typeface="Liberation Sans"/>
              </a:defRPr>
            </a:lvl4pPr>
            <a:lvl5pPr algn="l">
              <a:defRPr sz="1425" b="1" i="0">
                <a:solidFill>
                  <a:srgbClr val="536579"/>
                </a:solidFill>
                <a:latin typeface="Liberation Sans"/>
                <a:ea typeface="Liberation Sans"/>
                <a:cs typeface="Liberation Sans"/>
              </a:defRPr>
            </a:lvl5pPr>
            <a:lvl6pPr algn="l">
              <a:defRPr sz="1425" b="1" i="0">
                <a:solidFill>
                  <a:srgbClr val="536579"/>
                </a:solidFill>
                <a:latin typeface="Liberation Sans"/>
                <a:ea typeface="Liberation Sans"/>
                <a:cs typeface="Liberation Sans"/>
              </a:defRPr>
            </a:lvl6pPr>
            <a:lvl7pPr algn="l">
              <a:defRPr sz="1425" b="1" i="0">
                <a:solidFill>
                  <a:srgbClr val="536579"/>
                </a:solidFill>
                <a:latin typeface="Liberation Sans"/>
                <a:ea typeface="Liberation Sans"/>
                <a:cs typeface="Liberation Sans"/>
              </a:defRPr>
            </a:lvl7pPr>
            <a:lvl8pPr algn="l">
              <a:defRPr sz="1425" b="1" i="0">
                <a:solidFill>
                  <a:srgbClr val="536579"/>
                </a:solidFill>
                <a:latin typeface="Liberation Sans"/>
                <a:ea typeface="Liberation Sans"/>
                <a:cs typeface="Liberation Sans"/>
              </a:defRPr>
            </a:lvl8pPr>
            <a:lvl9pPr algn="l">
              <a:defRPr sz="1425" b="1" i="0">
                <a:solidFill>
                  <a:srgbClr val="536579"/>
                </a:solidFill>
                <a:latin typeface="Liberation Sans"/>
                <a:ea typeface="Liberation Sans"/>
                <a:cs typeface="Liberation Sans"/>
              </a:defRPr>
            </a:lvl9pPr>
          </a:lstStyle>
          <a:p xmlns:a="http://schemas.openxmlformats.org/drawingml/2006/main">
            <a:pPr algn="l">
              <a:defRPr sz="1425" b="1" i="0">
                <a:solidFill>
                  <a:srgbClr val="536579"/>
                </a:solidFill>
                <a:latin typeface="Liberation Sans"/>
                <a:ea typeface="Liberation Sans"/>
                <a:cs typeface="Liberation Sans"/>
              </a:defRPr>
            </a:pPr>
            <a:r>
              <a:rPr sz="1425" b="1" i="0">
                <a:solidFill>
                  <a:srgbClr val="536579"/>
                </a:solidFill>
                <a:latin typeface="Liberation Sans"/>
                <a:ea typeface="Liberation Sans"/>
                <a:cs typeface="Liberation Sans"/>
              </a:rPr>
              <a:t>First 90 days</a:t>
            </a:r>
          </a:p>
        </p:txBody>
      </p:sp>
      <p:sp>
        <p:nvSpPr>
          <p:cNvPr id="10" name="">
            <a:extLst xmlns:a="http://schemas.openxmlformats.org/drawingml/2006/main">
              <a:ext uri="{FF2B5EF4-FFF2-40B4-BE49-F238E27FC236}">
                <a16:creationId xmlns:a16="http://schemas.microsoft.com/office/drawing/2014/main" id="{0F1B754F-10AC-431F-8EAB-DEC7691FB79B}"/>
              </a:ext>
            </a:extLst>
          </p:cNvPr>
          <p:cNvSpPr>
            <a:spLocks xmlns:a="http://schemas.openxmlformats.org/drawingml/2006/main" noGrp="1"/>
          </p:cNvSpPr>
          <p:nvPr/>
        </p:nvSpPr>
        <p:spPr>
          <a:xfrm xmlns:a="http://schemas.openxmlformats.org/drawingml/2006/main">
            <a:off x="685800" y="43243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i="0">
                <a:solidFill>
                  <a:srgbClr val="10243A"/>
                </a:solidFill>
                <a:latin typeface="Liberation Sans"/>
                <a:ea typeface="Liberation Sans"/>
                <a:cs typeface="Liberation Sans"/>
              </a:defRPr>
            </a:defPPr>
            <a:lvl1pPr algn="l">
              <a:defRPr sz="1875" b="1" i="0">
                <a:solidFill>
                  <a:srgbClr val="10243A"/>
                </a:solidFill>
                <a:latin typeface="Liberation Sans"/>
                <a:ea typeface="Liberation Sans"/>
                <a:cs typeface="Liberation Sans"/>
              </a:defRPr>
            </a:lvl1pPr>
            <a:lvl2pPr algn="l">
              <a:defRPr sz="1875" b="1" i="0">
                <a:solidFill>
                  <a:srgbClr val="10243A"/>
                </a:solidFill>
                <a:latin typeface="Liberation Sans"/>
                <a:ea typeface="Liberation Sans"/>
                <a:cs typeface="Liberation Sans"/>
              </a:defRPr>
            </a:lvl2pPr>
            <a:lvl3pPr algn="l">
              <a:defRPr sz="1875" b="1" i="0">
                <a:solidFill>
                  <a:srgbClr val="10243A"/>
                </a:solidFill>
                <a:latin typeface="Liberation Sans"/>
                <a:ea typeface="Liberation Sans"/>
                <a:cs typeface="Liberation Sans"/>
              </a:defRPr>
            </a:lvl3pPr>
            <a:lvl4pPr algn="l">
              <a:defRPr sz="1875" b="1" i="0">
                <a:solidFill>
                  <a:srgbClr val="10243A"/>
                </a:solidFill>
                <a:latin typeface="Liberation Sans"/>
                <a:ea typeface="Liberation Sans"/>
                <a:cs typeface="Liberation Sans"/>
              </a:defRPr>
            </a:lvl4pPr>
            <a:lvl5pPr algn="l">
              <a:defRPr sz="1875" b="1" i="0">
                <a:solidFill>
                  <a:srgbClr val="10243A"/>
                </a:solidFill>
                <a:latin typeface="Liberation Sans"/>
                <a:ea typeface="Liberation Sans"/>
                <a:cs typeface="Liberation Sans"/>
              </a:defRPr>
            </a:lvl5pPr>
            <a:lvl6pPr algn="l">
              <a:defRPr sz="1875" b="1" i="0">
                <a:solidFill>
                  <a:srgbClr val="10243A"/>
                </a:solidFill>
                <a:latin typeface="Liberation Sans"/>
                <a:ea typeface="Liberation Sans"/>
                <a:cs typeface="Liberation Sans"/>
              </a:defRPr>
            </a:lvl6pPr>
            <a:lvl7pPr algn="l">
              <a:defRPr sz="1875" b="1" i="0">
                <a:solidFill>
                  <a:srgbClr val="10243A"/>
                </a:solidFill>
                <a:latin typeface="Liberation Sans"/>
                <a:ea typeface="Liberation Sans"/>
                <a:cs typeface="Liberation Sans"/>
              </a:defRPr>
            </a:lvl7pPr>
            <a:lvl8pPr algn="l">
              <a:defRPr sz="1875" b="1" i="0">
                <a:solidFill>
                  <a:srgbClr val="10243A"/>
                </a:solidFill>
                <a:latin typeface="Liberation Sans"/>
                <a:ea typeface="Liberation Sans"/>
                <a:cs typeface="Liberation Sans"/>
              </a:defRPr>
            </a:lvl8pPr>
            <a:lvl9pPr algn="l">
              <a:defRPr sz="1875" b="1" i="0">
                <a:solidFill>
                  <a:srgbClr val="10243A"/>
                </a:solidFill>
                <a:latin typeface="Liberation Sans"/>
                <a:ea typeface="Liberation Sans"/>
                <a:cs typeface="Liberation Sans"/>
              </a:defRPr>
            </a:lvl9pPr>
          </a:lstStyle>
          <a:p xmlns:a="http://schemas.openxmlformats.org/drawingml/2006/main">
            <a:pPr algn="l">
              <a:defRPr sz="1875" b="1" i="0">
                <a:solidFill>
                  <a:srgbClr val="10243A"/>
                </a:solidFill>
                <a:latin typeface="Liberation Sans"/>
                <a:ea typeface="Liberation Sans"/>
                <a:cs typeface="Liberation Sans"/>
              </a:defRPr>
            </a:pPr>
            <a:r>
              <a:rPr sz="1875" b="1" i="0">
                <a:solidFill>
                  <a:srgbClr val="10243A"/>
                </a:solidFill>
                <a:latin typeface="Liberation Sans"/>
                <a:ea typeface="Liberation Sans"/>
                <a:cs typeface="Liberation Sans"/>
              </a:rPr>
              <a:t>3,351 reviews</a:t>
            </a:r>
          </a:p>
        </p:txBody>
      </p:sp>
      <p:sp>
        <p:nvSpPr>
          <p:cNvPr id="11" name="">
            <a:extLst xmlns:a="http://schemas.openxmlformats.org/drawingml/2006/main">
              <a:ext uri="{FF2B5EF4-FFF2-40B4-BE49-F238E27FC236}">
                <a16:creationId xmlns:a16="http://schemas.microsoft.com/office/drawing/2014/main" id="{B1B7B661-00B5-4AAD-9B2F-BA1D8709F954}"/>
              </a:ext>
            </a:extLst>
          </p:cNvPr>
          <p:cNvSpPr>
            <a:spLocks xmlns:a="http://schemas.openxmlformats.org/drawingml/2006/main" noGrp="1"/>
          </p:cNvSpPr>
          <p:nvPr/>
        </p:nvSpPr>
        <p:spPr>
          <a:xfrm xmlns:a="http://schemas.openxmlformats.org/drawingml/2006/main">
            <a:off x="3352800" y="4000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536579"/>
                </a:solidFill>
                <a:latin typeface="Liberation Sans"/>
                <a:ea typeface="Liberation Sans"/>
                <a:cs typeface="Liberation Sans"/>
              </a:defRPr>
            </a:defPPr>
            <a:lvl1pPr algn="l">
              <a:defRPr sz="1425" b="1" i="0">
                <a:solidFill>
                  <a:srgbClr val="536579"/>
                </a:solidFill>
                <a:latin typeface="Liberation Sans"/>
                <a:ea typeface="Liberation Sans"/>
                <a:cs typeface="Liberation Sans"/>
              </a:defRPr>
            </a:lvl1pPr>
            <a:lvl2pPr algn="l">
              <a:defRPr sz="1425" b="1" i="0">
                <a:solidFill>
                  <a:srgbClr val="536579"/>
                </a:solidFill>
                <a:latin typeface="Liberation Sans"/>
                <a:ea typeface="Liberation Sans"/>
                <a:cs typeface="Liberation Sans"/>
              </a:defRPr>
            </a:lvl2pPr>
            <a:lvl3pPr algn="l">
              <a:defRPr sz="1425" b="1" i="0">
                <a:solidFill>
                  <a:srgbClr val="536579"/>
                </a:solidFill>
                <a:latin typeface="Liberation Sans"/>
                <a:ea typeface="Liberation Sans"/>
                <a:cs typeface="Liberation Sans"/>
              </a:defRPr>
            </a:lvl3pPr>
            <a:lvl4pPr algn="l">
              <a:defRPr sz="1425" b="1" i="0">
                <a:solidFill>
                  <a:srgbClr val="536579"/>
                </a:solidFill>
                <a:latin typeface="Liberation Sans"/>
                <a:ea typeface="Liberation Sans"/>
                <a:cs typeface="Liberation Sans"/>
              </a:defRPr>
            </a:lvl4pPr>
            <a:lvl5pPr algn="l">
              <a:defRPr sz="1425" b="1" i="0">
                <a:solidFill>
                  <a:srgbClr val="536579"/>
                </a:solidFill>
                <a:latin typeface="Liberation Sans"/>
                <a:ea typeface="Liberation Sans"/>
                <a:cs typeface="Liberation Sans"/>
              </a:defRPr>
            </a:lvl5pPr>
            <a:lvl6pPr algn="l">
              <a:defRPr sz="1425" b="1" i="0">
                <a:solidFill>
                  <a:srgbClr val="536579"/>
                </a:solidFill>
                <a:latin typeface="Liberation Sans"/>
                <a:ea typeface="Liberation Sans"/>
                <a:cs typeface="Liberation Sans"/>
              </a:defRPr>
            </a:lvl6pPr>
            <a:lvl7pPr algn="l">
              <a:defRPr sz="1425" b="1" i="0">
                <a:solidFill>
                  <a:srgbClr val="536579"/>
                </a:solidFill>
                <a:latin typeface="Liberation Sans"/>
                <a:ea typeface="Liberation Sans"/>
                <a:cs typeface="Liberation Sans"/>
              </a:defRPr>
            </a:lvl7pPr>
            <a:lvl8pPr algn="l">
              <a:defRPr sz="1425" b="1" i="0">
                <a:solidFill>
                  <a:srgbClr val="536579"/>
                </a:solidFill>
                <a:latin typeface="Liberation Sans"/>
                <a:ea typeface="Liberation Sans"/>
                <a:cs typeface="Liberation Sans"/>
              </a:defRPr>
            </a:lvl8pPr>
            <a:lvl9pPr algn="l">
              <a:defRPr sz="1425" b="1" i="0">
                <a:solidFill>
                  <a:srgbClr val="536579"/>
                </a:solidFill>
                <a:latin typeface="Liberation Sans"/>
                <a:ea typeface="Liberation Sans"/>
                <a:cs typeface="Liberation Sans"/>
              </a:defRPr>
            </a:lvl9pPr>
          </a:lstStyle>
          <a:p xmlns:a="http://schemas.openxmlformats.org/drawingml/2006/main">
            <a:pPr algn="l">
              <a:defRPr sz="1425" b="1" i="0">
                <a:solidFill>
                  <a:srgbClr val="536579"/>
                </a:solidFill>
                <a:latin typeface="Liberation Sans"/>
                <a:ea typeface="Liberation Sans"/>
                <a:cs typeface="Liberation Sans"/>
              </a:defRPr>
            </a:pPr>
            <a:r>
              <a:rPr sz="1425" b="1" i="0">
                <a:solidFill>
                  <a:srgbClr val="536579"/>
                </a:solidFill>
                <a:latin typeface="Liberation Sans"/>
                <a:ea typeface="Liberation Sans"/>
                <a:cs typeface="Liberation Sans"/>
              </a:rPr>
              <a:t>Later reviews</a:t>
            </a:r>
          </a:p>
        </p:txBody>
      </p:sp>
      <p:sp>
        <p:nvSpPr>
          <p:cNvPr id="12" name="">
            <a:extLst xmlns:a="http://schemas.openxmlformats.org/drawingml/2006/main">
              <a:ext uri="{FF2B5EF4-FFF2-40B4-BE49-F238E27FC236}">
                <a16:creationId xmlns:a16="http://schemas.microsoft.com/office/drawing/2014/main" id="{B762AB90-2D9E-43C4-AA03-5569D5119633}"/>
              </a:ext>
            </a:extLst>
          </p:cNvPr>
          <p:cNvSpPr>
            <a:spLocks xmlns:a="http://schemas.openxmlformats.org/drawingml/2006/main" noGrp="1"/>
          </p:cNvSpPr>
          <p:nvPr/>
        </p:nvSpPr>
        <p:spPr>
          <a:xfrm xmlns:a="http://schemas.openxmlformats.org/drawingml/2006/main">
            <a:off x="3352800" y="43243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i="0">
                <a:solidFill>
                  <a:srgbClr val="10243A"/>
                </a:solidFill>
                <a:latin typeface="Liberation Sans"/>
                <a:ea typeface="Liberation Sans"/>
                <a:cs typeface="Liberation Sans"/>
              </a:defRPr>
            </a:defPPr>
            <a:lvl1pPr algn="l">
              <a:defRPr sz="1875" b="1" i="0">
                <a:solidFill>
                  <a:srgbClr val="10243A"/>
                </a:solidFill>
                <a:latin typeface="Liberation Sans"/>
                <a:ea typeface="Liberation Sans"/>
                <a:cs typeface="Liberation Sans"/>
              </a:defRPr>
            </a:lvl1pPr>
            <a:lvl2pPr algn="l">
              <a:defRPr sz="1875" b="1" i="0">
                <a:solidFill>
                  <a:srgbClr val="10243A"/>
                </a:solidFill>
                <a:latin typeface="Liberation Sans"/>
                <a:ea typeface="Liberation Sans"/>
                <a:cs typeface="Liberation Sans"/>
              </a:defRPr>
            </a:lvl2pPr>
            <a:lvl3pPr algn="l">
              <a:defRPr sz="1875" b="1" i="0">
                <a:solidFill>
                  <a:srgbClr val="10243A"/>
                </a:solidFill>
                <a:latin typeface="Liberation Sans"/>
                <a:ea typeface="Liberation Sans"/>
                <a:cs typeface="Liberation Sans"/>
              </a:defRPr>
            </a:lvl3pPr>
            <a:lvl4pPr algn="l">
              <a:defRPr sz="1875" b="1" i="0">
                <a:solidFill>
                  <a:srgbClr val="10243A"/>
                </a:solidFill>
                <a:latin typeface="Liberation Sans"/>
                <a:ea typeface="Liberation Sans"/>
                <a:cs typeface="Liberation Sans"/>
              </a:defRPr>
            </a:lvl4pPr>
            <a:lvl5pPr algn="l">
              <a:defRPr sz="1875" b="1" i="0">
                <a:solidFill>
                  <a:srgbClr val="10243A"/>
                </a:solidFill>
                <a:latin typeface="Liberation Sans"/>
                <a:ea typeface="Liberation Sans"/>
                <a:cs typeface="Liberation Sans"/>
              </a:defRPr>
            </a:lvl5pPr>
            <a:lvl6pPr algn="l">
              <a:defRPr sz="1875" b="1" i="0">
                <a:solidFill>
                  <a:srgbClr val="10243A"/>
                </a:solidFill>
                <a:latin typeface="Liberation Sans"/>
                <a:ea typeface="Liberation Sans"/>
                <a:cs typeface="Liberation Sans"/>
              </a:defRPr>
            </a:lvl6pPr>
            <a:lvl7pPr algn="l">
              <a:defRPr sz="1875" b="1" i="0">
                <a:solidFill>
                  <a:srgbClr val="10243A"/>
                </a:solidFill>
                <a:latin typeface="Liberation Sans"/>
                <a:ea typeface="Liberation Sans"/>
                <a:cs typeface="Liberation Sans"/>
              </a:defRPr>
            </a:lvl7pPr>
            <a:lvl8pPr algn="l">
              <a:defRPr sz="1875" b="1" i="0">
                <a:solidFill>
                  <a:srgbClr val="10243A"/>
                </a:solidFill>
                <a:latin typeface="Liberation Sans"/>
                <a:ea typeface="Liberation Sans"/>
                <a:cs typeface="Liberation Sans"/>
              </a:defRPr>
            </a:lvl8pPr>
            <a:lvl9pPr algn="l">
              <a:defRPr sz="1875" b="1" i="0">
                <a:solidFill>
                  <a:srgbClr val="10243A"/>
                </a:solidFill>
                <a:latin typeface="Liberation Sans"/>
                <a:ea typeface="Liberation Sans"/>
                <a:cs typeface="Liberation Sans"/>
              </a:defRPr>
            </a:lvl9pPr>
          </a:lstStyle>
          <a:p xmlns:a="http://schemas.openxmlformats.org/drawingml/2006/main">
            <a:pPr algn="l">
              <a:defRPr sz="1875" b="1" i="0">
                <a:solidFill>
                  <a:srgbClr val="10243A"/>
                </a:solidFill>
                <a:latin typeface="Liberation Sans"/>
                <a:ea typeface="Liberation Sans"/>
                <a:cs typeface="Liberation Sans"/>
              </a:defRPr>
            </a:pPr>
            <a:r>
              <a:rPr sz="1875" b="1" i="0">
                <a:solidFill>
                  <a:srgbClr val="10243A"/>
                </a:solidFill>
                <a:latin typeface="Liberation Sans"/>
                <a:ea typeface="Liberation Sans"/>
                <a:cs typeface="Liberation Sans"/>
              </a:rPr>
              <a:t>31,269 reviews</a:t>
            </a:r>
          </a:p>
        </p:txBody>
      </p:sp>
      <p:sp>
        <p:nvSpPr>
          <p:cNvPr id="13" name="">
            <a:extLst xmlns:a="http://schemas.openxmlformats.org/drawingml/2006/main">
              <a:ext uri="{FF2B5EF4-FFF2-40B4-BE49-F238E27FC236}">
                <a16:creationId xmlns:a16="http://schemas.microsoft.com/office/drawing/2014/main" id="{490DF91C-017F-47C9-9CCA-AC36828A2563}"/>
              </a:ext>
            </a:extLst>
          </p:cNvPr>
          <p:cNvSpPr>
            <a:spLocks xmlns:a="http://schemas.openxmlformats.org/drawingml/2006/main" noGrp="1"/>
          </p:cNvSpPr>
          <p:nvPr/>
        </p:nvSpPr>
        <p:spPr>
          <a:xfrm xmlns:a="http://schemas.openxmlformats.org/drawingml/2006/main">
            <a:off x="6667500" y="162877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536579"/>
                </a:solidFill>
                <a:latin typeface="Liberation Sans"/>
                <a:ea typeface="Liberation Sans"/>
                <a:cs typeface="Liberation Sans"/>
              </a:defRPr>
            </a:defPPr>
            <a:lvl1pPr algn="l">
              <a:defRPr sz="1275" b="1" i="0">
                <a:solidFill>
                  <a:srgbClr val="536579"/>
                </a:solidFill>
                <a:latin typeface="Liberation Sans"/>
                <a:ea typeface="Liberation Sans"/>
                <a:cs typeface="Liberation Sans"/>
              </a:defRPr>
            </a:lvl1pPr>
            <a:lvl2pPr algn="l">
              <a:defRPr sz="1275" b="1" i="0">
                <a:solidFill>
                  <a:srgbClr val="536579"/>
                </a:solidFill>
                <a:latin typeface="Liberation Sans"/>
                <a:ea typeface="Liberation Sans"/>
                <a:cs typeface="Liberation Sans"/>
              </a:defRPr>
            </a:lvl2pPr>
            <a:lvl3pPr algn="l">
              <a:defRPr sz="1275" b="1" i="0">
                <a:solidFill>
                  <a:srgbClr val="536579"/>
                </a:solidFill>
                <a:latin typeface="Liberation Sans"/>
                <a:ea typeface="Liberation Sans"/>
                <a:cs typeface="Liberation Sans"/>
              </a:defRPr>
            </a:lvl3pPr>
            <a:lvl4pPr algn="l">
              <a:defRPr sz="1275" b="1" i="0">
                <a:solidFill>
                  <a:srgbClr val="536579"/>
                </a:solidFill>
                <a:latin typeface="Liberation Sans"/>
                <a:ea typeface="Liberation Sans"/>
                <a:cs typeface="Liberation Sans"/>
              </a:defRPr>
            </a:lvl4pPr>
            <a:lvl5pPr algn="l">
              <a:defRPr sz="1275" b="1" i="0">
                <a:solidFill>
                  <a:srgbClr val="536579"/>
                </a:solidFill>
                <a:latin typeface="Liberation Sans"/>
                <a:ea typeface="Liberation Sans"/>
                <a:cs typeface="Liberation Sans"/>
              </a:defRPr>
            </a:lvl5pPr>
            <a:lvl6pPr algn="l">
              <a:defRPr sz="1275" b="1" i="0">
                <a:solidFill>
                  <a:srgbClr val="536579"/>
                </a:solidFill>
                <a:latin typeface="Liberation Sans"/>
                <a:ea typeface="Liberation Sans"/>
                <a:cs typeface="Liberation Sans"/>
              </a:defRPr>
            </a:lvl6pPr>
            <a:lvl7pPr algn="l">
              <a:defRPr sz="1275" b="1" i="0">
                <a:solidFill>
                  <a:srgbClr val="536579"/>
                </a:solidFill>
                <a:latin typeface="Liberation Sans"/>
                <a:ea typeface="Liberation Sans"/>
                <a:cs typeface="Liberation Sans"/>
              </a:defRPr>
            </a:lvl7pPr>
            <a:lvl8pPr algn="l">
              <a:defRPr sz="1275" b="1" i="0">
                <a:solidFill>
                  <a:srgbClr val="536579"/>
                </a:solidFill>
                <a:latin typeface="Liberation Sans"/>
                <a:ea typeface="Liberation Sans"/>
                <a:cs typeface="Liberation Sans"/>
              </a:defRPr>
            </a:lvl8pPr>
            <a:lvl9pPr algn="l">
              <a:defRPr sz="1275" b="1" i="0">
                <a:solidFill>
                  <a:srgbClr val="536579"/>
                </a:solidFill>
                <a:latin typeface="Liberation Sans"/>
                <a:ea typeface="Liberation Sans"/>
                <a:cs typeface="Liberation Sans"/>
              </a:defRPr>
            </a:lvl9pPr>
          </a:lstStyle>
          <a:p xmlns:a="http://schemas.openxmlformats.org/drawingml/2006/main">
            <a:pPr algn="l">
              <a:defRPr sz="1275" b="1" i="0">
                <a:solidFill>
                  <a:srgbClr val="536579"/>
                </a:solidFill>
                <a:latin typeface="Liberation Sans"/>
                <a:ea typeface="Liberation Sans"/>
                <a:cs typeface="Liberation Sans"/>
              </a:defRPr>
            </a:pPr>
            <a:r>
              <a:rPr sz="1275" b="1" i="0">
                <a:solidFill>
                  <a:srgbClr val="536579"/>
                </a:solidFill>
                <a:latin typeface="Liberation Sans"/>
                <a:ea typeface="Liberation Sans"/>
                <a:cs typeface="Liberation Sans"/>
              </a:rPr>
              <a:t>Positive reviews (%)</a:t>
            </a:r>
          </a:p>
        </p:txBody>
      </p:sp>
      <p:sp>
        <p:nvSpPr>
          <p:cNvPr id="14" name="">
            <a:extLst xmlns:a="http://schemas.openxmlformats.org/drawingml/2006/main">
              <a:ext uri="{FF2B5EF4-FFF2-40B4-BE49-F238E27FC236}">
                <a16:creationId xmlns:a16="http://schemas.microsoft.com/office/drawing/2014/main" id="{31DA1AB7-7A6C-466B-9B72-CB7767499219}"/>
              </a:ext>
            </a:extLst>
          </p:cNvPr>
          <p:cNvSpPr>
            <a:spLocks xmlns:a="http://schemas.openxmlformats.org/drawingml/2006/main" noGrp="1"/>
          </p:cNvSpPr>
          <p:nvPr/>
        </p:nvSpPr>
        <p:spPr>
          <a:xfrm xmlns:a="http://schemas.openxmlformats.org/drawingml/2006/main">
            <a:off x="6477000" y="25050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182B45"/>
                </a:solidFill>
                <a:latin typeface="Liberation Sans"/>
                <a:ea typeface="Liberation Sans"/>
                <a:cs typeface="Liberation Sans"/>
              </a:defRPr>
            </a:defPPr>
            <a:lvl1pPr algn="l">
              <a:defRPr sz="1275" b="0" i="0">
                <a:solidFill>
                  <a:srgbClr val="182B45"/>
                </a:solidFill>
                <a:latin typeface="Liberation Sans"/>
                <a:ea typeface="Liberation Sans"/>
                <a:cs typeface="Liberation Sans"/>
              </a:defRPr>
            </a:lvl1pPr>
            <a:lvl2pPr algn="l">
              <a:defRPr sz="1275" b="0" i="0">
                <a:solidFill>
                  <a:srgbClr val="182B45"/>
                </a:solidFill>
                <a:latin typeface="Liberation Sans"/>
                <a:ea typeface="Liberation Sans"/>
                <a:cs typeface="Liberation Sans"/>
              </a:defRPr>
            </a:lvl2pPr>
            <a:lvl3pPr algn="l">
              <a:defRPr sz="1275" b="0" i="0">
                <a:solidFill>
                  <a:srgbClr val="182B45"/>
                </a:solidFill>
                <a:latin typeface="Liberation Sans"/>
                <a:ea typeface="Liberation Sans"/>
                <a:cs typeface="Liberation Sans"/>
              </a:defRPr>
            </a:lvl3pPr>
            <a:lvl4pPr algn="l">
              <a:defRPr sz="1275" b="0" i="0">
                <a:solidFill>
                  <a:srgbClr val="182B45"/>
                </a:solidFill>
                <a:latin typeface="Liberation Sans"/>
                <a:ea typeface="Liberation Sans"/>
                <a:cs typeface="Liberation Sans"/>
              </a:defRPr>
            </a:lvl4pPr>
            <a:lvl5pPr algn="l">
              <a:defRPr sz="1275" b="0" i="0">
                <a:solidFill>
                  <a:srgbClr val="182B45"/>
                </a:solidFill>
                <a:latin typeface="Liberation Sans"/>
                <a:ea typeface="Liberation Sans"/>
                <a:cs typeface="Liberation Sans"/>
              </a:defRPr>
            </a:lvl5pPr>
            <a:lvl6pPr algn="l">
              <a:defRPr sz="1275" b="0" i="0">
                <a:solidFill>
                  <a:srgbClr val="182B45"/>
                </a:solidFill>
                <a:latin typeface="Liberation Sans"/>
                <a:ea typeface="Liberation Sans"/>
                <a:cs typeface="Liberation Sans"/>
              </a:defRPr>
            </a:lvl6pPr>
            <a:lvl7pPr algn="l">
              <a:defRPr sz="1275" b="0" i="0">
                <a:solidFill>
                  <a:srgbClr val="182B45"/>
                </a:solidFill>
                <a:latin typeface="Liberation Sans"/>
                <a:ea typeface="Liberation Sans"/>
                <a:cs typeface="Liberation Sans"/>
              </a:defRPr>
            </a:lvl7pPr>
            <a:lvl8pPr algn="l">
              <a:defRPr sz="1275" b="0" i="0">
                <a:solidFill>
                  <a:srgbClr val="182B45"/>
                </a:solidFill>
                <a:latin typeface="Liberation Sans"/>
                <a:ea typeface="Liberation Sans"/>
                <a:cs typeface="Liberation Sans"/>
              </a:defRPr>
            </a:lvl8pPr>
            <a:lvl9pPr algn="l">
              <a:defRPr sz="1275" b="0" i="0">
                <a:solidFill>
                  <a:srgbClr val="182B45"/>
                </a:solidFill>
                <a:latin typeface="Liberation Sans"/>
                <a:ea typeface="Liberation Sans"/>
                <a:cs typeface="Liberation Sans"/>
              </a:defRPr>
            </a:lvl9pPr>
          </a:lstStyle>
          <a:p xmlns:a="http://schemas.openxmlformats.org/drawingml/2006/main">
            <a:pPr algn="l">
              <a:defRPr sz="1275" b="0" i="0">
                <a:solidFill>
                  <a:srgbClr val="182B45"/>
                </a:solidFill>
                <a:latin typeface="Liberation Sans"/>
                <a:ea typeface="Liberation Sans"/>
                <a:cs typeface="Liberation Sans"/>
              </a:defRPr>
            </a:pPr>
            <a:r>
              <a:rPr sz="1275" b="0" i="0">
                <a:solidFill>
                  <a:srgbClr val="182B45"/>
                </a:solidFill>
                <a:latin typeface="Liberation Sans"/>
                <a:ea typeface="Liberation Sans"/>
                <a:cs typeface="Liberation Sans"/>
              </a:rPr>
              <a:t>First 90 days</a:t>
            </a:r>
          </a:p>
        </p:txBody>
      </p:sp>
      <p:sp>
        <p:nvSpPr>
          <p:cNvPr id="15" name="">
            <a:extLst xmlns:a="http://schemas.openxmlformats.org/drawingml/2006/main">
              <a:ext uri="{FF2B5EF4-FFF2-40B4-BE49-F238E27FC236}">
                <a16:creationId xmlns:a16="http://schemas.microsoft.com/office/drawing/2014/main" id="{472193E7-26E2-4A4F-AF2C-706063AC24C6}"/>
              </a:ext>
            </a:extLst>
          </p:cNvPr>
          <p:cNvSpPr>
            <a:spLocks xmlns:a="http://schemas.openxmlformats.org/drawingml/2006/main" noGrp="1"/>
          </p:cNvSpPr>
          <p:nvPr/>
        </p:nvSpPr>
        <p:spPr>
          <a:xfrm xmlns:a="http://schemas.openxmlformats.org/drawingml/2006/main">
            <a:off x="6477000" y="36099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182B45"/>
                </a:solidFill>
                <a:latin typeface="Liberation Sans"/>
                <a:ea typeface="Liberation Sans"/>
                <a:cs typeface="Liberation Sans"/>
              </a:defRPr>
            </a:defPPr>
            <a:lvl1pPr algn="l">
              <a:defRPr sz="1275" b="0" i="0">
                <a:solidFill>
                  <a:srgbClr val="182B45"/>
                </a:solidFill>
                <a:latin typeface="Liberation Sans"/>
                <a:ea typeface="Liberation Sans"/>
                <a:cs typeface="Liberation Sans"/>
              </a:defRPr>
            </a:lvl1pPr>
            <a:lvl2pPr algn="l">
              <a:defRPr sz="1275" b="0" i="0">
                <a:solidFill>
                  <a:srgbClr val="182B45"/>
                </a:solidFill>
                <a:latin typeface="Liberation Sans"/>
                <a:ea typeface="Liberation Sans"/>
                <a:cs typeface="Liberation Sans"/>
              </a:defRPr>
            </a:lvl2pPr>
            <a:lvl3pPr algn="l">
              <a:defRPr sz="1275" b="0" i="0">
                <a:solidFill>
                  <a:srgbClr val="182B45"/>
                </a:solidFill>
                <a:latin typeface="Liberation Sans"/>
                <a:ea typeface="Liberation Sans"/>
                <a:cs typeface="Liberation Sans"/>
              </a:defRPr>
            </a:lvl3pPr>
            <a:lvl4pPr algn="l">
              <a:defRPr sz="1275" b="0" i="0">
                <a:solidFill>
                  <a:srgbClr val="182B45"/>
                </a:solidFill>
                <a:latin typeface="Liberation Sans"/>
                <a:ea typeface="Liberation Sans"/>
                <a:cs typeface="Liberation Sans"/>
              </a:defRPr>
            </a:lvl4pPr>
            <a:lvl5pPr algn="l">
              <a:defRPr sz="1275" b="0" i="0">
                <a:solidFill>
                  <a:srgbClr val="182B45"/>
                </a:solidFill>
                <a:latin typeface="Liberation Sans"/>
                <a:ea typeface="Liberation Sans"/>
                <a:cs typeface="Liberation Sans"/>
              </a:defRPr>
            </a:lvl5pPr>
            <a:lvl6pPr algn="l">
              <a:defRPr sz="1275" b="0" i="0">
                <a:solidFill>
                  <a:srgbClr val="182B45"/>
                </a:solidFill>
                <a:latin typeface="Liberation Sans"/>
                <a:ea typeface="Liberation Sans"/>
                <a:cs typeface="Liberation Sans"/>
              </a:defRPr>
            </a:lvl6pPr>
            <a:lvl7pPr algn="l">
              <a:defRPr sz="1275" b="0" i="0">
                <a:solidFill>
                  <a:srgbClr val="182B45"/>
                </a:solidFill>
                <a:latin typeface="Liberation Sans"/>
                <a:ea typeface="Liberation Sans"/>
                <a:cs typeface="Liberation Sans"/>
              </a:defRPr>
            </a:lvl7pPr>
            <a:lvl8pPr algn="l">
              <a:defRPr sz="1275" b="0" i="0">
                <a:solidFill>
                  <a:srgbClr val="182B45"/>
                </a:solidFill>
                <a:latin typeface="Liberation Sans"/>
                <a:ea typeface="Liberation Sans"/>
                <a:cs typeface="Liberation Sans"/>
              </a:defRPr>
            </a:lvl8pPr>
            <a:lvl9pPr algn="l">
              <a:defRPr sz="1275" b="0" i="0">
                <a:solidFill>
                  <a:srgbClr val="182B45"/>
                </a:solidFill>
                <a:latin typeface="Liberation Sans"/>
                <a:ea typeface="Liberation Sans"/>
                <a:cs typeface="Liberation Sans"/>
              </a:defRPr>
            </a:lvl9pPr>
          </a:lstStyle>
          <a:p xmlns:a="http://schemas.openxmlformats.org/drawingml/2006/main">
            <a:pPr algn="l">
              <a:defRPr sz="1275" b="0" i="0">
                <a:solidFill>
                  <a:srgbClr val="182B45"/>
                </a:solidFill>
                <a:latin typeface="Liberation Sans"/>
                <a:ea typeface="Liberation Sans"/>
                <a:cs typeface="Liberation Sans"/>
              </a:defRPr>
            </a:pPr>
            <a:r>
              <a:rPr sz="1275" b="0" i="0">
                <a:solidFill>
                  <a:srgbClr val="182B45"/>
                </a:solidFill>
                <a:latin typeface="Liberation Sans"/>
                <a:ea typeface="Liberation Sans"/>
                <a:cs typeface="Liberation Sans"/>
              </a:rPr>
              <a:t>Later reviews</a:t>
            </a:r>
          </a:p>
        </p:txBody>
      </p:sp>
      <p:sp>
        <p:nvSpPr>
          <p:cNvPr id="16" name="">
            <a:extLst xmlns:a="http://schemas.openxmlformats.org/drawingml/2006/main">
              <a:ext uri="{FF2B5EF4-FFF2-40B4-BE49-F238E27FC236}">
                <a16:creationId xmlns:a16="http://schemas.microsoft.com/office/drawing/2014/main" id="{10B13D5B-6914-45DA-8DC4-9D1EF90583F9}"/>
              </a:ext>
            </a:extLst>
          </p:cNvPr>
          <p:cNvSpPr>
            <a:spLocks xmlns:a="http://schemas.openxmlformats.org/drawingml/2006/main" noGrp="1"/>
          </p:cNvSpPr>
          <p:nvPr/>
        </p:nvSpPr>
        <p:spPr>
          <a:xfrm xmlns:a="http://schemas.openxmlformats.org/drawingml/2006/main">
            <a:off x="8020050" y="2533650"/>
            <a:ext cx="3143250" cy="333375"/>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9C3216A-A097-4E51-AFD1-DB29FCF0DEAE}"/>
              </a:ext>
            </a:extLst>
          </p:cNvPr>
          <p:cNvSpPr>
            <a:spLocks xmlns:a="http://schemas.openxmlformats.org/drawingml/2006/main" noGrp="1"/>
          </p:cNvSpPr>
          <p:nvPr/>
        </p:nvSpPr>
        <p:spPr>
          <a:xfrm xmlns:a="http://schemas.openxmlformats.org/drawingml/2006/main">
            <a:off x="8020050" y="2533650"/>
            <a:ext cx="2784920" cy="333375"/>
          </a:xfrm>
          <a:prstGeom xmlns:a="http://schemas.openxmlformats.org/drawingml/2006/main" prst="rect">
            <a:avLst/>
          </a:prstGeom>
          <a:solidFill xmlns:a="http://schemas.openxmlformats.org/drawingml/2006/main">
            <a:srgbClr val="34877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5E59251-9438-498D-BCD8-27D090262A02}"/>
              </a:ext>
            </a:extLst>
          </p:cNvPr>
          <p:cNvSpPr>
            <a:spLocks xmlns:a="http://schemas.openxmlformats.org/drawingml/2006/main" noGrp="1"/>
          </p:cNvSpPr>
          <p:nvPr/>
        </p:nvSpPr>
        <p:spPr>
          <a:xfrm xmlns:a="http://schemas.openxmlformats.org/drawingml/2006/main">
            <a:off x="8020050" y="3638550"/>
            <a:ext cx="3143250" cy="333375"/>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74C1C61-CFB6-4E00-9EF7-014804BAFD1B}"/>
              </a:ext>
            </a:extLst>
          </p:cNvPr>
          <p:cNvSpPr>
            <a:spLocks xmlns:a="http://schemas.openxmlformats.org/drawingml/2006/main" noGrp="1"/>
          </p:cNvSpPr>
          <p:nvPr/>
        </p:nvSpPr>
        <p:spPr>
          <a:xfrm xmlns:a="http://schemas.openxmlformats.org/drawingml/2006/main">
            <a:off x="8020050" y="3638550"/>
            <a:ext cx="2791206" cy="333375"/>
          </a:xfrm>
          <a:prstGeom xmlns:a="http://schemas.openxmlformats.org/drawingml/2006/main" prst="rect">
            <a:avLst/>
          </a:prstGeom>
          <a:solidFill xmlns:a="http://schemas.openxmlformats.org/drawingml/2006/main">
            <a:srgbClr val="34877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0C4B0BE-3451-4534-ADAF-1E5990EFE195}"/>
              </a:ext>
            </a:extLst>
          </p:cNvPr>
          <p:cNvSpPr>
            <a:spLocks xmlns:a="http://schemas.openxmlformats.org/drawingml/2006/main" noGrp="1"/>
          </p:cNvSpPr>
          <p:nvPr/>
        </p:nvSpPr>
        <p:spPr>
          <a:xfrm xmlns:a="http://schemas.openxmlformats.org/drawingml/2006/main">
            <a:off x="10176320" y="2571750"/>
            <a:ext cx="590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1" i="0">
                <a:solidFill>
                  <a:srgbClr val="FFFFFF"/>
                </a:solidFill>
                <a:latin typeface="Liberation Sans"/>
                <a:ea typeface="Liberation Sans"/>
                <a:cs typeface="Liberation Sans"/>
              </a:defRPr>
            </a:defPPr>
            <a:lvl1pPr algn="r">
              <a:defRPr sz="1200" b="1" i="0">
                <a:solidFill>
                  <a:srgbClr val="FFFFFF"/>
                </a:solidFill>
                <a:latin typeface="Liberation Sans"/>
                <a:ea typeface="Liberation Sans"/>
                <a:cs typeface="Liberation Sans"/>
              </a:defRPr>
            </a:lvl1pPr>
            <a:lvl2pPr algn="r">
              <a:defRPr sz="1200" b="1" i="0">
                <a:solidFill>
                  <a:srgbClr val="FFFFFF"/>
                </a:solidFill>
                <a:latin typeface="Liberation Sans"/>
                <a:ea typeface="Liberation Sans"/>
                <a:cs typeface="Liberation Sans"/>
              </a:defRPr>
            </a:lvl2pPr>
            <a:lvl3pPr algn="r">
              <a:defRPr sz="1200" b="1" i="0">
                <a:solidFill>
                  <a:srgbClr val="FFFFFF"/>
                </a:solidFill>
                <a:latin typeface="Liberation Sans"/>
                <a:ea typeface="Liberation Sans"/>
                <a:cs typeface="Liberation Sans"/>
              </a:defRPr>
            </a:lvl3pPr>
            <a:lvl4pPr algn="r">
              <a:defRPr sz="1200" b="1" i="0">
                <a:solidFill>
                  <a:srgbClr val="FFFFFF"/>
                </a:solidFill>
                <a:latin typeface="Liberation Sans"/>
                <a:ea typeface="Liberation Sans"/>
                <a:cs typeface="Liberation Sans"/>
              </a:defRPr>
            </a:lvl4pPr>
            <a:lvl5pPr algn="r">
              <a:defRPr sz="1200" b="1" i="0">
                <a:solidFill>
                  <a:srgbClr val="FFFFFF"/>
                </a:solidFill>
                <a:latin typeface="Liberation Sans"/>
                <a:ea typeface="Liberation Sans"/>
                <a:cs typeface="Liberation Sans"/>
              </a:defRPr>
            </a:lvl5pPr>
            <a:lvl6pPr algn="r">
              <a:defRPr sz="1200" b="1" i="0">
                <a:solidFill>
                  <a:srgbClr val="FFFFFF"/>
                </a:solidFill>
                <a:latin typeface="Liberation Sans"/>
                <a:ea typeface="Liberation Sans"/>
                <a:cs typeface="Liberation Sans"/>
              </a:defRPr>
            </a:lvl6pPr>
            <a:lvl7pPr algn="r">
              <a:defRPr sz="1200" b="1" i="0">
                <a:solidFill>
                  <a:srgbClr val="FFFFFF"/>
                </a:solidFill>
                <a:latin typeface="Liberation Sans"/>
                <a:ea typeface="Liberation Sans"/>
                <a:cs typeface="Liberation Sans"/>
              </a:defRPr>
            </a:lvl7pPr>
            <a:lvl8pPr algn="r">
              <a:defRPr sz="1200" b="1" i="0">
                <a:solidFill>
                  <a:srgbClr val="FFFFFF"/>
                </a:solidFill>
                <a:latin typeface="Liberation Sans"/>
                <a:ea typeface="Liberation Sans"/>
                <a:cs typeface="Liberation Sans"/>
              </a:defRPr>
            </a:lvl8pPr>
            <a:lvl9pPr algn="r">
              <a:defRPr sz="1200" b="1" i="0">
                <a:solidFill>
                  <a:srgbClr val="FFFFFF"/>
                </a:solidFill>
                <a:latin typeface="Liberation Sans"/>
                <a:ea typeface="Liberation Sans"/>
                <a:cs typeface="Liberation Sans"/>
              </a:defRPr>
            </a:lvl9pPr>
          </a:lstStyle>
          <a:p xmlns:a="http://schemas.openxmlformats.org/drawingml/2006/main">
            <a:pPr algn="r">
              <a:defRPr sz="1200" b="1" i="0">
                <a:solidFill>
                  <a:srgbClr val="FFFFFF"/>
                </a:solidFill>
                <a:latin typeface="Liberation Sans"/>
                <a:ea typeface="Liberation Sans"/>
                <a:cs typeface="Liberation Sans"/>
              </a:defRPr>
            </a:pPr>
            <a:r>
              <a:rPr sz="1200" b="1" i="0">
                <a:solidFill>
                  <a:srgbClr val="FFFFFF"/>
                </a:solidFill>
                <a:latin typeface="Liberation Sans"/>
                <a:ea typeface="Liberation Sans"/>
                <a:cs typeface="Liberation Sans"/>
              </a:rPr>
              <a:t>88.6%</a:t>
            </a:r>
          </a:p>
        </p:txBody>
      </p:sp>
      <p:sp>
        <p:nvSpPr>
          <p:cNvPr id="21" name="">
            <a:extLst xmlns:a="http://schemas.openxmlformats.org/drawingml/2006/main">
              <a:ext uri="{FF2B5EF4-FFF2-40B4-BE49-F238E27FC236}">
                <a16:creationId xmlns:a16="http://schemas.microsoft.com/office/drawing/2014/main" id="{C075D07B-42CE-46CE-966F-134CD89E2B88}"/>
              </a:ext>
            </a:extLst>
          </p:cNvPr>
          <p:cNvSpPr>
            <a:spLocks xmlns:a="http://schemas.openxmlformats.org/drawingml/2006/main" noGrp="1"/>
          </p:cNvSpPr>
          <p:nvPr/>
        </p:nvSpPr>
        <p:spPr>
          <a:xfrm xmlns:a="http://schemas.openxmlformats.org/drawingml/2006/main">
            <a:off x="10182606" y="3676650"/>
            <a:ext cx="590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1" i="0">
                <a:solidFill>
                  <a:srgbClr val="FFFFFF"/>
                </a:solidFill>
                <a:latin typeface="Liberation Sans"/>
                <a:ea typeface="Liberation Sans"/>
                <a:cs typeface="Liberation Sans"/>
              </a:defRPr>
            </a:defPPr>
            <a:lvl1pPr algn="r">
              <a:defRPr sz="1200" b="1" i="0">
                <a:solidFill>
                  <a:srgbClr val="FFFFFF"/>
                </a:solidFill>
                <a:latin typeface="Liberation Sans"/>
                <a:ea typeface="Liberation Sans"/>
                <a:cs typeface="Liberation Sans"/>
              </a:defRPr>
            </a:lvl1pPr>
            <a:lvl2pPr algn="r">
              <a:defRPr sz="1200" b="1" i="0">
                <a:solidFill>
                  <a:srgbClr val="FFFFFF"/>
                </a:solidFill>
                <a:latin typeface="Liberation Sans"/>
                <a:ea typeface="Liberation Sans"/>
                <a:cs typeface="Liberation Sans"/>
              </a:defRPr>
            </a:lvl2pPr>
            <a:lvl3pPr algn="r">
              <a:defRPr sz="1200" b="1" i="0">
                <a:solidFill>
                  <a:srgbClr val="FFFFFF"/>
                </a:solidFill>
                <a:latin typeface="Liberation Sans"/>
                <a:ea typeface="Liberation Sans"/>
                <a:cs typeface="Liberation Sans"/>
              </a:defRPr>
            </a:lvl3pPr>
            <a:lvl4pPr algn="r">
              <a:defRPr sz="1200" b="1" i="0">
                <a:solidFill>
                  <a:srgbClr val="FFFFFF"/>
                </a:solidFill>
                <a:latin typeface="Liberation Sans"/>
                <a:ea typeface="Liberation Sans"/>
                <a:cs typeface="Liberation Sans"/>
              </a:defRPr>
            </a:lvl4pPr>
            <a:lvl5pPr algn="r">
              <a:defRPr sz="1200" b="1" i="0">
                <a:solidFill>
                  <a:srgbClr val="FFFFFF"/>
                </a:solidFill>
                <a:latin typeface="Liberation Sans"/>
                <a:ea typeface="Liberation Sans"/>
                <a:cs typeface="Liberation Sans"/>
              </a:defRPr>
            </a:lvl5pPr>
            <a:lvl6pPr algn="r">
              <a:defRPr sz="1200" b="1" i="0">
                <a:solidFill>
                  <a:srgbClr val="FFFFFF"/>
                </a:solidFill>
                <a:latin typeface="Liberation Sans"/>
                <a:ea typeface="Liberation Sans"/>
                <a:cs typeface="Liberation Sans"/>
              </a:defRPr>
            </a:lvl6pPr>
            <a:lvl7pPr algn="r">
              <a:defRPr sz="1200" b="1" i="0">
                <a:solidFill>
                  <a:srgbClr val="FFFFFF"/>
                </a:solidFill>
                <a:latin typeface="Liberation Sans"/>
                <a:ea typeface="Liberation Sans"/>
                <a:cs typeface="Liberation Sans"/>
              </a:defRPr>
            </a:lvl7pPr>
            <a:lvl8pPr algn="r">
              <a:defRPr sz="1200" b="1" i="0">
                <a:solidFill>
                  <a:srgbClr val="FFFFFF"/>
                </a:solidFill>
                <a:latin typeface="Liberation Sans"/>
                <a:ea typeface="Liberation Sans"/>
                <a:cs typeface="Liberation Sans"/>
              </a:defRPr>
            </a:lvl8pPr>
            <a:lvl9pPr algn="r">
              <a:defRPr sz="1200" b="1" i="0">
                <a:solidFill>
                  <a:srgbClr val="FFFFFF"/>
                </a:solidFill>
                <a:latin typeface="Liberation Sans"/>
                <a:ea typeface="Liberation Sans"/>
                <a:cs typeface="Liberation Sans"/>
              </a:defRPr>
            </a:lvl9pPr>
          </a:lstStyle>
          <a:p xmlns:a="http://schemas.openxmlformats.org/drawingml/2006/main">
            <a:pPr algn="r">
              <a:defRPr sz="1200" b="1" i="0">
                <a:solidFill>
                  <a:srgbClr val="FFFFFF"/>
                </a:solidFill>
                <a:latin typeface="Liberation Sans"/>
                <a:ea typeface="Liberation Sans"/>
                <a:cs typeface="Liberation Sans"/>
              </a:defRPr>
            </a:pPr>
            <a:r>
              <a:rPr sz="1200" b="1" i="0">
                <a:solidFill>
                  <a:srgbClr val="FFFFFF"/>
                </a:solidFill>
                <a:latin typeface="Liberation Sans"/>
                <a:ea typeface="Liberation Sans"/>
                <a:cs typeface="Liberation Sans"/>
              </a:rPr>
              <a:t>88.8%</a:t>
            </a:r>
          </a:p>
        </p:txBody>
      </p:sp>
      <p:sp>
        <p:nvSpPr>
          <p:cNvPr id="22" name="">
            <a:extLst xmlns:a="http://schemas.openxmlformats.org/drawingml/2006/main">
              <a:ext uri="{FF2B5EF4-FFF2-40B4-BE49-F238E27FC236}">
                <a16:creationId xmlns:a16="http://schemas.microsoft.com/office/drawing/2014/main" id="{63770D4A-EF6E-4C7A-A8E5-998916FF3D23}"/>
              </a:ext>
            </a:extLst>
          </p:cNvPr>
          <p:cNvSpPr>
            <a:spLocks xmlns:a="http://schemas.openxmlformats.org/drawingml/2006/main" noGrp="1"/>
          </p:cNvSpPr>
          <p:nvPr/>
        </p:nvSpPr>
        <p:spPr>
          <a:xfrm xmlns:a="http://schemas.openxmlformats.org/drawingml/2006/main">
            <a:off x="8020050" y="4229100"/>
            <a:ext cx="3143250" cy="19050"/>
          </a:xfrm>
          <a:prstGeom xmlns:a="http://schemas.openxmlformats.org/drawingml/2006/main" prst="rect">
            <a:avLst/>
          </a:prstGeom>
          <a:solidFill xmlns:a="http://schemas.openxmlformats.org/drawingml/2006/main">
            <a:srgbClr val="687783"/>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7BB08C9-18F9-4793-8205-9FA0D71CBE1F}"/>
              </a:ext>
            </a:extLst>
          </p:cNvPr>
          <p:cNvSpPr>
            <a:spLocks xmlns:a="http://schemas.openxmlformats.org/drawingml/2006/main" noGrp="1"/>
          </p:cNvSpPr>
          <p:nvPr/>
        </p:nvSpPr>
        <p:spPr>
          <a:xfrm xmlns:a="http://schemas.openxmlformats.org/drawingml/2006/main">
            <a:off x="8020050" y="4191000"/>
            <a:ext cx="9525" cy="95250"/>
          </a:xfrm>
          <a:prstGeom xmlns:a="http://schemas.openxmlformats.org/drawingml/2006/main" prst="rect">
            <a:avLst/>
          </a:prstGeom>
          <a:solidFill xmlns:a="http://schemas.openxmlformats.org/drawingml/2006/main">
            <a:srgbClr val="68778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A848380-7BFB-4B11-AF41-BF5275B32FCF}"/>
              </a:ext>
            </a:extLst>
          </p:cNvPr>
          <p:cNvSpPr>
            <a:spLocks xmlns:a="http://schemas.openxmlformats.org/drawingml/2006/main" noGrp="1"/>
          </p:cNvSpPr>
          <p:nvPr/>
        </p:nvSpPr>
        <p:spPr>
          <a:xfrm xmlns:a="http://schemas.openxmlformats.org/drawingml/2006/main">
            <a:off x="7848600" y="433387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536579"/>
                </a:solidFill>
                <a:latin typeface="Liberation Sans"/>
                <a:ea typeface="Liberation Sans"/>
                <a:cs typeface="Liberation Sans"/>
              </a:defRPr>
            </a:defPPr>
            <a:lvl1pPr algn="ctr">
              <a:defRPr sz="1050" b="0" i="0">
                <a:solidFill>
                  <a:srgbClr val="536579"/>
                </a:solidFill>
                <a:latin typeface="Liberation Sans"/>
                <a:ea typeface="Liberation Sans"/>
                <a:cs typeface="Liberation Sans"/>
              </a:defRPr>
            </a:lvl1pPr>
            <a:lvl2pPr algn="ctr">
              <a:defRPr sz="1050" b="0" i="0">
                <a:solidFill>
                  <a:srgbClr val="536579"/>
                </a:solidFill>
                <a:latin typeface="Liberation Sans"/>
                <a:ea typeface="Liberation Sans"/>
                <a:cs typeface="Liberation Sans"/>
              </a:defRPr>
            </a:lvl2pPr>
            <a:lvl3pPr algn="ctr">
              <a:defRPr sz="1050" b="0" i="0">
                <a:solidFill>
                  <a:srgbClr val="536579"/>
                </a:solidFill>
                <a:latin typeface="Liberation Sans"/>
                <a:ea typeface="Liberation Sans"/>
                <a:cs typeface="Liberation Sans"/>
              </a:defRPr>
            </a:lvl3pPr>
            <a:lvl4pPr algn="ctr">
              <a:defRPr sz="1050" b="0" i="0">
                <a:solidFill>
                  <a:srgbClr val="536579"/>
                </a:solidFill>
                <a:latin typeface="Liberation Sans"/>
                <a:ea typeface="Liberation Sans"/>
                <a:cs typeface="Liberation Sans"/>
              </a:defRPr>
            </a:lvl4pPr>
            <a:lvl5pPr algn="ctr">
              <a:defRPr sz="1050" b="0" i="0">
                <a:solidFill>
                  <a:srgbClr val="536579"/>
                </a:solidFill>
                <a:latin typeface="Liberation Sans"/>
                <a:ea typeface="Liberation Sans"/>
                <a:cs typeface="Liberation Sans"/>
              </a:defRPr>
            </a:lvl5pPr>
            <a:lvl6pPr algn="ctr">
              <a:defRPr sz="1050" b="0" i="0">
                <a:solidFill>
                  <a:srgbClr val="536579"/>
                </a:solidFill>
                <a:latin typeface="Liberation Sans"/>
                <a:ea typeface="Liberation Sans"/>
                <a:cs typeface="Liberation Sans"/>
              </a:defRPr>
            </a:lvl6pPr>
            <a:lvl7pPr algn="ctr">
              <a:defRPr sz="1050" b="0" i="0">
                <a:solidFill>
                  <a:srgbClr val="536579"/>
                </a:solidFill>
                <a:latin typeface="Liberation Sans"/>
                <a:ea typeface="Liberation Sans"/>
                <a:cs typeface="Liberation Sans"/>
              </a:defRPr>
            </a:lvl7pPr>
            <a:lvl8pPr algn="ctr">
              <a:defRPr sz="1050" b="0" i="0">
                <a:solidFill>
                  <a:srgbClr val="536579"/>
                </a:solidFill>
                <a:latin typeface="Liberation Sans"/>
                <a:ea typeface="Liberation Sans"/>
                <a:cs typeface="Liberation Sans"/>
              </a:defRPr>
            </a:lvl8pPr>
            <a:lvl9pPr algn="ctr">
              <a:defRPr sz="1050" b="0" i="0">
                <a:solidFill>
                  <a:srgbClr val="536579"/>
                </a:solidFill>
                <a:latin typeface="Liberation Sans"/>
                <a:ea typeface="Liberation Sans"/>
                <a:cs typeface="Liberation Sans"/>
              </a:defRPr>
            </a:lvl9pPr>
          </a:lstStyle>
          <a:p xmlns:a="http://schemas.openxmlformats.org/drawingml/2006/main">
            <a:pPr algn="ctr">
              <a:defRPr sz="1050" b="0" i="0">
                <a:solidFill>
                  <a:srgbClr val="536579"/>
                </a:solidFill>
                <a:latin typeface="Liberation Sans"/>
                <a:ea typeface="Liberation Sans"/>
                <a:cs typeface="Liberation Sans"/>
              </a:defRPr>
            </a:pPr>
            <a:r>
              <a:rPr sz="1050" b="0" i="0">
                <a:solidFill>
                  <a:srgbClr val="536579"/>
                </a:solidFill>
                <a:latin typeface="Liberation Sans"/>
                <a:ea typeface="Liberation Sans"/>
                <a:cs typeface="Liberation Sans"/>
              </a:rPr>
              <a:t>0</a:t>
            </a:r>
          </a:p>
        </p:txBody>
      </p:sp>
      <p:sp>
        <p:nvSpPr>
          <p:cNvPr id="25" name="">
            <a:extLst xmlns:a="http://schemas.openxmlformats.org/drawingml/2006/main">
              <a:ext uri="{FF2B5EF4-FFF2-40B4-BE49-F238E27FC236}">
                <a16:creationId xmlns:a16="http://schemas.microsoft.com/office/drawing/2014/main" id="{479DAF3E-6D30-4E25-B18B-7C1616A7C9AA}"/>
              </a:ext>
            </a:extLst>
          </p:cNvPr>
          <p:cNvSpPr>
            <a:spLocks xmlns:a="http://schemas.openxmlformats.org/drawingml/2006/main" noGrp="1"/>
          </p:cNvSpPr>
          <p:nvPr/>
        </p:nvSpPr>
        <p:spPr>
          <a:xfrm xmlns:a="http://schemas.openxmlformats.org/drawingml/2006/main">
            <a:off x="9591675" y="4191000"/>
            <a:ext cx="9525" cy="95250"/>
          </a:xfrm>
          <a:prstGeom xmlns:a="http://schemas.openxmlformats.org/drawingml/2006/main" prst="rect">
            <a:avLst/>
          </a:prstGeom>
          <a:solidFill xmlns:a="http://schemas.openxmlformats.org/drawingml/2006/main">
            <a:srgbClr val="687783"/>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BCBE379-11B8-4495-B0DE-2C9FCC947014}"/>
              </a:ext>
            </a:extLst>
          </p:cNvPr>
          <p:cNvSpPr>
            <a:spLocks xmlns:a="http://schemas.openxmlformats.org/drawingml/2006/main" noGrp="1"/>
          </p:cNvSpPr>
          <p:nvPr/>
        </p:nvSpPr>
        <p:spPr>
          <a:xfrm xmlns:a="http://schemas.openxmlformats.org/drawingml/2006/main">
            <a:off x="9420225" y="433387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536579"/>
                </a:solidFill>
                <a:latin typeface="Liberation Sans"/>
                <a:ea typeface="Liberation Sans"/>
                <a:cs typeface="Liberation Sans"/>
              </a:defRPr>
            </a:defPPr>
            <a:lvl1pPr algn="ctr">
              <a:defRPr sz="1050" b="0" i="0">
                <a:solidFill>
                  <a:srgbClr val="536579"/>
                </a:solidFill>
                <a:latin typeface="Liberation Sans"/>
                <a:ea typeface="Liberation Sans"/>
                <a:cs typeface="Liberation Sans"/>
              </a:defRPr>
            </a:lvl1pPr>
            <a:lvl2pPr algn="ctr">
              <a:defRPr sz="1050" b="0" i="0">
                <a:solidFill>
                  <a:srgbClr val="536579"/>
                </a:solidFill>
                <a:latin typeface="Liberation Sans"/>
                <a:ea typeface="Liberation Sans"/>
                <a:cs typeface="Liberation Sans"/>
              </a:defRPr>
            </a:lvl2pPr>
            <a:lvl3pPr algn="ctr">
              <a:defRPr sz="1050" b="0" i="0">
                <a:solidFill>
                  <a:srgbClr val="536579"/>
                </a:solidFill>
                <a:latin typeface="Liberation Sans"/>
                <a:ea typeface="Liberation Sans"/>
                <a:cs typeface="Liberation Sans"/>
              </a:defRPr>
            </a:lvl3pPr>
            <a:lvl4pPr algn="ctr">
              <a:defRPr sz="1050" b="0" i="0">
                <a:solidFill>
                  <a:srgbClr val="536579"/>
                </a:solidFill>
                <a:latin typeface="Liberation Sans"/>
                <a:ea typeface="Liberation Sans"/>
                <a:cs typeface="Liberation Sans"/>
              </a:defRPr>
            </a:lvl4pPr>
            <a:lvl5pPr algn="ctr">
              <a:defRPr sz="1050" b="0" i="0">
                <a:solidFill>
                  <a:srgbClr val="536579"/>
                </a:solidFill>
                <a:latin typeface="Liberation Sans"/>
                <a:ea typeface="Liberation Sans"/>
                <a:cs typeface="Liberation Sans"/>
              </a:defRPr>
            </a:lvl5pPr>
            <a:lvl6pPr algn="ctr">
              <a:defRPr sz="1050" b="0" i="0">
                <a:solidFill>
                  <a:srgbClr val="536579"/>
                </a:solidFill>
                <a:latin typeface="Liberation Sans"/>
                <a:ea typeface="Liberation Sans"/>
                <a:cs typeface="Liberation Sans"/>
              </a:defRPr>
            </a:lvl6pPr>
            <a:lvl7pPr algn="ctr">
              <a:defRPr sz="1050" b="0" i="0">
                <a:solidFill>
                  <a:srgbClr val="536579"/>
                </a:solidFill>
                <a:latin typeface="Liberation Sans"/>
                <a:ea typeface="Liberation Sans"/>
                <a:cs typeface="Liberation Sans"/>
              </a:defRPr>
            </a:lvl7pPr>
            <a:lvl8pPr algn="ctr">
              <a:defRPr sz="1050" b="0" i="0">
                <a:solidFill>
                  <a:srgbClr val="536579"/>
                </a:solidFill>
                <a:latin typeface="Liberation Sans"/>
                <a:ea typeface="Liberation Sans"/>
                <a:cs typeface="Liberation Sans"/>
              </a:defRPr>
            </a:lvl8pPr>
            <a:lvl9pPr algn="ctr">
              <a:defRPr sz="1050" b="0" i="0">
                <a:solidFill>
                  <a:srgbClr val="536579"/>
                </a:solidFill>
                <a:latin typeface="Liberation Sans"/>
                <a:ea typeface="Liberation Sans"/>
                <a:cs typeface="Liberation Sans"/>
              </a:defRPr>
            </a:lvl9pPr>
          </a:lstStyle>
          <a:p xmlns:a="http://schemas.openxmlformats.org/drawingml/2006/main">
            <a:pPr algn="ctr">
              <a:defRPr sz="1050" b="0" i="0">
                <a:solidFill>
                  <a:srgbClr val="536579"/>
                </a:solidFill>
                <a:latin typeface="Liberation Sans"/>
                <a:ea typeface="Liberation Sans"/>
                <a:cs typeface="Liberation Sans"/>
              </a:defRPr>
            </a:pPr>
            <a:r>
              <a:rPr sz="1050" b="0" i="0">
                <a:solidFill>
                  <a:srgbClr val="536579"/>
                </a:solidFill>
                <a:latin typeface="Liberation Sans"/>
                <a:ea typeface="Liberation Sans"/>
                <a:cs typeface="Liberation Sans"/>
              </a:rPr>
              <a:t>50</a:t>
            </a:r>
          </a:p>
        </p:txBody>
      </p:sp>
      <p:sp>
        <p:nvSpPr>
          <p:cNvPr id="27" name="">
            <a:extLst xmlns:a="http://schemas.openxmlformats.org/drawingml/2006/main">
              <a:ext uri="{FF2B5EF4-FFF2-40B4-BE49-F238E27FC236}">
                <a16:creationId xmlns:a16="http://schemas.microsoft.com/office/drawing/2014/main" id="{C40ACB2D-4DA3-43C8-B7EE-E63FD6E163CB}"/>
              </a:ext>
            </a:extLst>
          </p:cNvPr>
          <p:cNvSpPr>
            <a:spLocks xmlns:a="http://schemas.openxmlformats.org/drawingml/2006/main" noGrp="1"/>
          </p:cNvSpPr>
          <p:nvPr/>
        </p:nvSpPr>
        <p:spPr>
          <a:xfrm xmlns:a="http://schemas.openxmlformats.org/drawingml/2006/main">
            <a:off x="11163300" y="4191000"/>
            <a:ext cx="9525" cy="95250"/>
          </a:xfrm>
          <a:prstGeom xmlns:a="http://schemas.openxmlformats.org/drawingml/2006/main" prst="rect">
            <a:avLst/>
          </a:prstGeom>
          <a:solidFill xmlns:a="http://schemas.openxmlformats.org/drawingml/2006/main">
            <a:srgbClr val="687783"/>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D333AC8-EBED-4E5B-8652-5FEB27455BAE}"/>
              </a:ext>
            </a:extLst>
          </p:cNvPr>
          <p:cNvSpPr>
            <a:spLocks xmlns:a="http://schemas.openxmlformats.org/drawingml/2006/main" noGrp="1"/>
          </p:cNvSpPr>
          <p:nvPr/>
        </p:nvSpPr>
        <p:spPr>
          <a:xfrm xmlns:a="http://schemas.openxmlformats.org/drawingml/2006/main">
            <a:off x="10991850" y="433387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536579"/>
                </a:solidFill>
                <a:latin typeface="Liberation Sans"/>
                <a:ea typeface="Liberation Sans"/>
                <a:cs typeface="Liberation Sans"/>
              </a:defRPr>
            </a:defPPr>
            <a:lvl1pPr algn="ctr">
              <a:defRPr sz="1050" b="0" i="0">
                <a:solidFill>
                  <a:srgbClr val="536579"/>
                </a:solidFill>
                <a:latin typeface="Liberation Sans"/>
                <a:ea typeface="Liberation Sans"/>
                <a:cs typeface="Liberation Sans"/>
              </a:defRPr>
            </a:lvl1pPr>
            <a:lvl2pPr algn="ctr">
              <a:defRPr sz="1050" b="0" i="0">
                <a:solidFill>
                  <a:srgbClr val="536579"/>
                </a:solidFill>
                <a:latin typeface="Liberation Sans"/>
                <a:ea typeface="Liberation Sans"/>
                <a:cs typeface="Liberation Sans"/>
              </a:defRPr>
            </a:lvl2pPr>
            <a:lvl3pPr algn="ctr">
              <a:defRPr sz="1050" b="0" i="0">
                <a:solidFill>
                  <a:srgbClr val="536579"/>
                </a:solidFill>
                <a:latin typeface="Liberation Sans"/>
                <a:ea typeface="Liberation Sans"/>
                <a:cs typeface="Liberation Sans"/>
              </a:defRPr>
            </a:lvl3pPr>
            <a:lvl4pPr algn="ctr">
              <a:defRPr sz="1050" b="0" i="0">
                <a:solidFill>
                  <a:srgbClr val="536579"/>
                </a:solidFill>
                <a:latin typeface="Liberation Sans"/>
                <a:ea typeface="Liberation Sans"/>
                <a:cs typeface="Liberation Sans"/>
              </a:defRPr>
            </a:lvl4pPr>
            <a:lvl5pPr algn="ctr">
              <a:defRPr sz="1050" b="0" i="0">
                <a:solidFill>
                  <a:srgbClr val="536579"/>
                </a:solidFill>
                <a:latin typeface="Liberation Sans"/>
                <a:ea typeface="Liberation Sans"/>
                <a:cs typeface="Liberation Sans"/>
              </a:defRPr>
            </a:lvl5pPr>
            <a:lvl6pPr algn="ctr">
              <a:defRPr sz="1050" b="0" i="0">
                <a:solidFill>
                  <a:srgbClr val="536579"/>
                </a:solidFill>
                <a:latin typeface="Liberation Sans"/>
                <a:ea typeface="Liberation Sans"/>
                <a:cs typeface="Liberation Sans"/>
              </a:defRPr>
            </a:lvl6pPr>
            <a:lvl7pPr algn="ctr">
              <a:defRPr sz="1050" b="0" i="0">
                <a:solidFill>
                  <a:srgbClr val="536579"/>
                </a:solidFill>
                <a:latin typeface="Liberation Sans"/>
                <a:ea typeface="Liberation Sans"/>
                <a:cs typeface="Liberation Sans"/>
              </a:defRPr>
            </a:lvl7pPr>
            <a:lvl8pPr algn="ctr">
              <a:defRPr sz="1050" b="0" i="0">
                <a:solidFill>
                  <a:srgbClr val="536579"/>
                </a:solidFill>
                <a:latin typeface="Liberation Sans"/>
                <a:ea typeface="Liberation Sans"/>
                <a:cs typeface="Liberation Sans"/>
              </a:defRPr>
            </a:lvl8pPr>
            <a:lvl9pPr algn="ctr">
              <a:defRPr sz="1050" b="0" i="0">
                <a:solidFill>
                  <a:srgbClr val="536579"/>
                </a:solidFill>
                <a:latin typeface="Liberation Sans"/>
                <a:ea typeface="Liberation Sans"/>
                <a:cs typeface="Liberation Sans"/>
              </a:defRPr>
            </a:lvl9pPr>
          </a:lstStyle>
          <a:p xmlns:a="http://schemas.openxmlformats.org/drawingml/2006/main">
            <a:pPr algn="ctr">
              <a:defRPr sz="1050" b="0" i="0">
                <a:solidFill>
                  <a:srgbClr val="536579"/>
                </a:solidFill>
                <a:latin typeface="Liberation Sans"/>
                <a:ea typeface="Liberation Sans"/>
                <a:cs typeface="Liberation Sans"/>
              </a:defRPr>
            </a:pPr>
            <a:r>
              <a:rPr sz="1050" b="0" i="0">
                <a:solidFill>
                  <a:srgbClr val="536579"/>
                </a:solidFill>
                <a:latin typeface="Liberation Sans"/>
                <a:ea typeface="Liberation Sans"/>
                <a:cs typeface="Liberation Sans"/>
              </a:rPr>
              <a:t>100</a:t>
            </a:r>
          </a:p>
        </p:txBody>
      </p:sp>
      <p:sp>
        <p:nvSpPr>
          <p:cNvPr id="29" name="">
            <a:extLst xmlns:a="http://schemas.openxmlformats.org/drawingml/2006/main">
              <a:ext uri="{FF2B5EF4-FFF2-40B4-BE49-F238E27FC236}">
                <a16:creationId xmlns:a16="http://schemas.microsoft.com/office/drawing/2014/main" id="{7ADC3541-88EB-4787-A962-D5D40333D307}"/>
              </a:ext>
            </a:extLst>
          </p:cNvPr>
          <p:cNvSpPr>
            <a:spLocks xmlns:a="http://schemas.openxmlformats.org/drawingml/2006/main" noGrp="1"/>
          </p:cNvSpPr>
          <p:nvPr/>
        </p:nvSpPr>
        <p:spPr>
          <a:xfrm xmlns:a="http://schemas.openxmlformats.org/drawingml/2006/main">
            <a:off x="685800" y="53911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1">
                <a:solidFill>
                  <a:srgbClr val="536579"/>
                </a:solidFill>
                <a:latin typeface="Liberation Sans"/>
                <a:ea typeface="Liberation Sans"/>
                <a:cs typeface="Liberation Sans"/>
              </a:defRPr>
            </a:defPPr>
            <a:lvl1pPr algn="l">
              <a:defRPr sz="1350" b="0" i="1">
                <a:solidFill>
                  <a:srgbClr val="536579"/>
                </a:solidFill>
                <a:latin typeface="Liberation Sans"/>
                <a:ea typeface="Liberation Sans"/>
                <a:cs typeface="Liberation Sans"/>
              </a:defRPr>
            </a:lvl1pPr>
            <a:lvl2pPr algn="l">
              <a:defRPr sz="1350" b="0" i="1">
                <a:solidFill>
                  <a:srgbClr val="536579"/>
                </a:solidFill>
                <a:latin typeface="Liberation Sans"/>
                <a:ea typeface="Liberation Sans"/>
                <a:cs typeface="Liberation Sans"/>
              </a:defRPr>
            </a:lvl2pPr>
            <a:lvl3pPr algn="l">
              <a:defRPr sz="1350" b="0" i="1">
                <a:solidFill>
                  <a:srgbClr val="536579"/>
                </a:solidFill>
                <a:latin typeface="Liberation Sans"/>
                <a:ea typeface="Liberation Sans"/>
                <a:cs typeface="Liberation Sans"/>
              </a:defRPr>
            </a:lvl3pPr>
            <a:lvl4pPr algn="l">
              <a:defRPr sz="1350" b="0" i="1">
                <a:solidFill>
                  <a:srgbClr val="536579"/>
                </a:solidFill>
                <a:latin typeface="Liberation Sans"/>
                <a:ea typeface="Liberation Sans"/>
                <a:cs typeface="Liberation Sans"/>
              </a:defRPr>
            </a:lvl4pPr>
            <a:lvl5pPr algn="l">
              <a:defRPr sz="1350" b="0" i="1">
                <a:solidFill>
                  <a:srgbClr val="536579"/>
                </a:solidFill>
                <a:latin typeface="Liberation Sans"/>
                <a:ea typeface="Liberation Sans"/>
                <a:cs typeface="Liberation Sans"/>
              </a:defRPr>
            </a:lvl5pPr>
            <a:lvl6pPr algn="l">
              <a:defRPr sz="1350" b="0" i="1">
                <a:solidFill>
                  <a:srgbClr val="536579"/>
                </a:solidFill>
                <a:latin typeface="Liberation Sans"/>
                <a:ea typeface="Liberation Sans"/>
                <a:cs typeface="Liberation Sans"/>
              </a:defRPr>
            </a:lvl6pPr>
            <a:lvl7pPr algn="l">
              <a:defRPr sz="1350" b="0" i="1">
                <a:solidFill>
                  <a:srgbClr val="536579"/>
                </a:solidFill>
                <a:latin typeface="Liberation Sans"/>
                <a:ea typeface="Liberation Sans"/>
                <a:cs typeface="Liberation Sans"/>
              </a:defRPr>
            </a:lvl7pPr>
            <a:lvl8pPr algn="l">
              <a:defRPr sz="1350" b="0" i="1">
                <a:solidFill>
                  <a:srgbClr val="536579"/>
                </a:solidFill>
                <a:latin typeface="Liberation Sans"/>
                <a:ea typeface="Liberation Sans"/>
                <a:cs typeface="Liberation Sans"/>
              </a:defRPr>
            </a:lvl8pPr>
            <a:lvl9pPr algn="l">
              <a:defRPr sz="1350" b="0" i="1">
                <a:solidFill>
                  <a:srgbClr val="536579"/>
                </a:solidFill>
                <a:latin typeface="Liberation Sans"/>
                <a:ea typeface="Liberation Sans"/>
                <a:cs typeface="Liberation Sans"/>
              </a:defRPr>
            </a:lvl9pPr>
          </a:lstStyle>
          <a:p xmlns:a="http://schemas.openxmlformats.org/drawingml/2006/main">
            <a:pPr algn="l">
              <a:defRPr sz="1350" b="0" i="1">
                <a:solidFill>
                  <a:srgbClr val="536579"/>
                </a:solidFill>
                <a:latin typeface="Liberation Sans"/>
                <a:ea typeface="Liberation Sans"/>
                <a:cs typeface="Liberation Sans"/>
              </a:defRPr>
            </a:pPr>
            <a:r>
              <a:rPr sz="1350" b="0" i="1">
                <a:solidFill>
                  <a:srgbClr val="536579"/>
                </a:solidFill>
                <a:latin typeface="Liberation Sans"/>
                <a:ea typeface="Liberation Sans"/>
                <a:cs typeface="Liberation Sans"/>
              </a:rPr>
              <a:t>The sentiment score is based on dictionary word values, not the dataset’s recommendation field.</a:t>
            </a:r>
          </a:p>
        </p:txBody>
      </p:sp>
    </p:spTree>
    <p:extLst>
      <p:ext uri="{BB962C8B-B14F-4D97-AF65-F5344CB8AC3E}">
        <p14:creationId xmlns:p14="http://schemas.microsoft.com/office/powerpoint/2010/main" val="1361887732"/>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5F5007B-D8C0-4E89-ABC4-D2B17FBAF35F}"/>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34877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8211F5B-862B-4E87-863C-E9A0323E56B6}"/>
              </a:ext>
            </a:extLst>
          </p:cNvPr>
          <p:cNvSpPr>
            <a:spLocks xmlns:a="http://schemas.openxmlformats.org/drawingml/2006/main" noGrp="1"/>
          </p:cNvSpPr>
          <p:nvPr/>
        </p:nvSpPr>
        <p:spPr>
          <a:xfrm xmlns:a="http://schemas.openxmlformats.org/drawingml/2006/main">
            <a:off x="685800" y="457200"/>
            <a:ext cx="1076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i="0">
                <a:solidFill>
                  <a:srgbClr val="10243A"/>
                </a:solidFill>
                <a:latin typeface="Liberation Sans"/>
                <a:ea typeface="Liberation Sans"/>
                <a:cs typeface="Liberation Sans"/>
              </a:defRPr>
            </a:defPPr>
            <a:lvl1pPr algn="l">
              <a:defRPr sz="2850" b="1" i="0">
                <a:solidFill>
                  <a:srgbClr val="10243A"/>
                </a:solidFill>
                <a:latin typeface="Liberation Sans"/>
                <a:ea typeface="Liberation Sans"/>
                <a:cs typeface="Liberation Sans"/>
              </a:defRPr>
            </a:lvl1pPr>
            <a:lvl2pPr algn="l">
              <a:defRPr sz="2850" b="1" i="0">
                <a:solidFill>
                  <a:srgbClr val="10243A"/>
                </a:solidFill>
                <a:latin typeface="Liberation Sans"/>
                <a:ea typeface="Liberation Sans"/>
                <a:cs typeface="Liberation Sans"/>
              </a:defRPr>
            </a:lvl2pPr>
            <a:lvl3pPr algn="l">
              <a:defRPr sz="2850" b="1" i="0">
                <a:solidFill>
                  <a:srgbClr val="10243A"/>
                </a:solidFill>
                <a:latin typeface="Liberation Sans"/>
                <a:ea typeface="Liberation Sans"/>
                <a:cs typeface="Liberation Sans"/>
              </a:defRPr>
            </a:lvl3pPr>
            <a:lvl4pPr algn="l">
              <a:defRPr sz="2850" b="1" i="0">
                <a:solidFill>
                  <a:srgbClr val="10243A"/>
                </a:solidFill>
                <a:latin typeface="Liberation Sans"/>
                <a:ea typeface="Liberation Sans"/>
                <a:cs typeface="Liberation Sans"/>
              </a:defRPr>
            </a:lvl4pPr>
            <a:lvl5pPr algn="l">
              <a:defRPr sz="2850" b="1" i="0">
                <a:solidFill>
                  <a:srgbClr val="10243A"/>
                </a:solidFill>
                <a:latin typeface="Liberation Sans"/>
                <a:ea typeface="Liberation Sans"/>
                <a:cs typeface="Liberation Sans"/>
              </a:defRPr>
            </a:lvl5pPr>
            <a:lvl6pPr algn="l">
              <a:defRPr sz="2850" b="1" i="0">
                <a:solidFill>
                  <a:srgbClr val="10243A"/>
                </a:solidFill>
                <a:latin typeface="Liberation Sans"/>
                <a:ea typeface="Liberation Sans"/>
                <a:cs typeface="Liberation Sans"/>
              </a:defRPr>
            </a:lvl6pPr>
            <a:lvl7pPr algn="l">
              <a:defRPr sz="2850" b="1" i="0">
                <a:solidFill>
                  <a:srgbClr val="10243A"/>
                </a:solidFill>
                <a:latin typeface="Liberation Sans"/>
                <a:ea typeface="Liberation Sans"/>
                <a:cs typeface="Liberation Sans"/>
              </a:defRPr>
            </a:lvl7pPr>
            <a:lvl8pPr algn="l">
              <a:defRPr sz="2850" b="1" i="0">
                <a:solidFill>
                  <a:srgbClr val="10243A"/>
                </a:solidFill>
                <a:latin typeface="Liberation Sans"/>
                <a:ea typeface="Liberation Sans"/>
                <a:cs typeface="Liberation Sans"/>
              </a:defRPr>
            </a:lvl8pPr>
            <a:lvl9pPr algn="l">
              <a:defRPr sz="2850" b="1" i="0">
                <a:solidFill>
                  <a:srgbClr val="10243A"/>
                </a:solidFill>
                <a:latin typeface="Liberation Sans"/>
                <a:ea typeface="Liberation Sans"/>
                <a:cs typeface="Liberation Sans"/>
              </a:defRPr>
            </a:lvl9pPr>
          </a:lstStyle>
          <a:p xmlns:a="http://schemas.openxmlformats.org/drawingml/2006/main">
            <a:pPr algn="l">
              <a:defRPr sz="2850" b="1" i="0">
                <a:solidFill>
                  <a:srgbClr val="10243A"/>
                </a:solidFill>
                <a:latin typeface="Liberation Sans"/>
                <a:ea typeface="Liberation Sans"/>
                <a:cs typeface="Liberation Sans"/>
              </a:defRPr>
            </a:pPr>
            <a:r>
              <a:rPr sz="2850" b="1" i="0">
                <a:solidFill>
                  <a:srgbClr val="10243A"/>
                </a:solidFill>
                <a:latin typeface="Liberation Sans"/>
                <a:ea typeface="Liberation Sans"/>
                <a:cs typeface="Liberation Sans"/>
              </a:rPr>
              <a:t>What Activities 1–4 taught me</a:t>
            </a:r>
          </a:p>
        </p:txBody>
      </p:sp>
      <p:sp>
        <p:nvSpPr>
          <p:cNvPr id="3" name="">
            <a:extLst xmlns:a="http://schemas.openxmlformats.org/drawingml/2006/main">
              <a:ext uri="{FF2B5EF4-FFF2-40B4-BE49-F238E27FC236}">
                <a16:creationId xmlns:a16="http://schemas.microsoft.com/office/drawing/2014/main" id="{A86F71C1-DD68-4AD2-8612-10220375526D}"/>
              </a:ext>
            </a:extLst>
          </p:cNvPr>
          <p:cNvSpPr>
            <a:spLocks xmlns:a="http://schemas.openxmlformats.org/drawingml/2006/main" noGrp="1"/>
          </p:cNvSpPr>
          <p:nvPr/>
        </p:nvSpPr>
        <p:spPr>
          <a:xfrm xmlns:a="http://schemas.openxmlformats.org/drawingml/2006/main">
            <a:off x="704850" y="105727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536579"/>
                </a:solidFill>
                <a:latin typeface="Liberation Sans"/>
                <a:ea typeface="Liberation Sans"/>
                <a:cs typeface="Liberation Sans"/>
              </a:defRPr>
            </a:defPPr>
            <a:lvl1pPr algn="l">
              <a:defRPr sz="1425" b="0" i="0">
                <a:solidFill>
                  <a:srgbClr val="536579"/>
                </a:solidFill>
                <a:latin typeface="Liberation Sans"/>
                <a:ea typeface="Liberation Sans"/>
                <a:cs typeface="Liberation Sans"/>
              </a:defRPr>
            </a:lvl1pPr>
            <a:lvl2pPr algn="l">
              <a:defRPr sz="1425" b="0" i="0">
                <a:solidFill>
                  <a:srgbClr val="536579"/>
                </a:solidFill>
                <a:latin typeface="Liberation Sans"/>
                <a:ea typeface="Liberation Sans"/>
                <a:cs typeface="Liberation Sans"/>
              </a:defRPr>
            </a:lvl2pPr>
            <a:lvl3pPr algn="l">
              <a:defRPr sz="1425" b="0" i="0">
                <a:solidFill>
                  <a:srgbClr val="536579"/>
                </a:solidFill>
                <a:latin typeface="Liberation Sans"/>
                <a:ea typeface="Liberation Sans"/>
                <a:cs typeface="Liberation Sans"/>
              </a:defRPr>
            </a:lvl3pPr>
            <a:lvl4pPr algn="l">
              <a:defRPr sz="1425" b="0" i="0">
                <a:solidFill>
                  <a:srgbClr val="536579"/>
                </a:solidFill>
                <a:latin typeface="Liberation Sans"/>
                <a:ea typeface="Liberation Sans"/>
                <a:cs typeface="Liberation Sans"/>
              </a:defRPr>
            </a:lvl4pPr>
            <a:lvl5pPr algn="l">
              <a:defRPr sz="1425" b="0" i="0">
                <a:solidFill>
                  <a:srgbClr val="536579"/>
                </a:solidFill>
                <a:latin typeface="Liberation Sans"/>
                <a:ea typeface="Liberation Sans"/>
                <a:cs typeface="Liberation Sans"/>
              </a:defRPr>
            </a:lvl5pPr>
            <a:lvl6pPr algn="l">
              <a:defRPr sz="1425" b="0" i="0">
                <a:solidFill>
                  <a:srgbClr val="536579"/>
                </a:solidFill>
                <a:latin typeface="Liberation Sans"/>
                <a:ea typeface="Liberation Sans"/>
                <a:cs typeface="Liberation Sans"/>
              </a:defRPr>
            </a:lvl6pPr>
            <a:lvl7pPr algn="l">
              <a:defRPr sz="1425" b="0" i="0">
                <a:solidFill>
                  <a:srgbClr val="536579"/>
                </a:solidFill>
                <a:latin typeface="Liberation Sans"/>
                <a:ea typeface="Liberation Sans"/>
                <a:cs typeface="Liberation Sans"/>
              </a:defRPr>
            </a:lvl7pPr>
            <a:lvl8pPr algn="l">
              <a:defRPr sz="1425" b="0" i="0">
                <a:solidFill>
                  <a:srgbClr val="536579"/>
                </a:solidFill>
                <a:latin typeface="Liberation Sans"/>
                <a:ea typeface="Liberation Sans"/>
                <a:cs typeface="Liberation Sans"/>
              </a:defRPr>
            </a:lvl8pPr>
            <a:lvl9pPr algn="l">
              <a:defRPr sz="1425" b="0" i="0">
                <a:solidFill>
                  <a:srgbClr val="536579"/>
                </a:solidFill>
                <a:latin typeface="Liberation Sans"/>
                <a:ea typeface="Liberation Sans"/>
                <a:cs typeface="Liberation Sans"/>
              </a:defRPr>
            </a:lvl9pPr>
          </a:lstStyle>
          <a:p xmlns:a="http://schemas.openxmlformats.org/drawingml/2006/main">
            <a:pPr algn="l">
              <a:defRPr sz="1425" b="0" i="0">
                <a:solidFill>
                  <a:srgbClr val="536579"/>
                </a:solidFill>
                <a:latin typeface="Liberation Sans"/>
                <a:ea typeface="Liberation Sans"/>
                <a:cs typeface="Liberation Sans"/>
              </a:defRPr>
            </a:pPr>
            <a:r>
              <a:rPr sz="1425" b="0" i="0">
                <a:solidFill>
                  <a:srgbClr val="536579"/>
                </a:solidFill>
                <a:latin typeface="Liberation Sans"/>
                <a:ea typeface="Liberation Sans"/>
                <a:cs typeface="Liberation Sans"/>
              </a:rPr>
              <a:t>Activity 5 combines those ideas into one program.</a:t>
            </a:r>
          </a:p>
        </p:txBody>
      </p:sp>
      <p:sp>
        <p:nvSpPr>
          <p:cNvPr id="4" name="">
            <a:extLst xmlns:a="http://schemas.openxmlformats.org/drawingml/2006/main">
              <a:ext uri="{FF2B5EF4-FFF2-40B4-BE49-F238E27FC236}">
                <a16:creationId xmlns:a16="http://schemas.microsoft.com/office/drawing/2014/main" id="{6822D809-F9FB-4FC6-979F-286C9AC67CDC}"/>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6448789-B8B4-411E-A803-D9DB0209E072}"/>
              </a:ext>
            </a:extLst>
          </p:cNvPr>
          <p:cNvSpPr>
            <a:spLocks xmlns:a="http://schemas.openxmlformats.org/drawingml/2006/main" noGrp="1"/>
          </p:cNvSpPr>
          <p:nvPr/>
        </p:nvSpPr>
        <p:spPr>
          <a:xfrm xmlns:a="http://schemas.openxmlformats.org/drawingml/2006/main">
            <a:off x="685800" y="64579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0">
                <a:solidFill>
                  <a:srgbClr val="687783"/>
                </a:solidFill>
                <a:latin typeface="Liberation Sans"/>
                <a:ea typeface="Liberation Sans"/>
                <a:cs typeface="Liberation Sans"/>
              </a:defRPr>
            </a:defPPr>
            <a:lvl1pPr algn="l">
              <a:defRPr sz="1050" b="0" i="0">
                <a:solidFill>
                  <a:srgbClr val="687783"/>
                </a:solidFill>
                <a:latin typeface="Liberation Sans"/>
                <a:ea typeface="Liberation Sans"/>
                <a:cs typeface="Liberation Sans"/>
              </a:defRPr>
            </a:lvl1pPr>
            <a:lvl2pPr algn="l">
              <a:defRPr sz="1050" b="0" i="0">
                <a:solidFill>
                  <a:srgbClr val="687783"/>
                </a:solidFill>
                <a:latin typeface="Liberation Sans"/>
                <a:ea typeface="Liberation Sans"/>
                <a:cs typeface="Liberation Sans"/>
              </a:defRPr>
            </a:lvl2pPr>
            <a:lvl3pPr algn="l">
              <a:defRPr sz="1050" b="0" i="0">
                <a:solidFill>
                  <a:srgbClr val="687783"/>
                </a:solidFill>
                <a:latin typeface="Liberation Sans"/>
                <a:ea typeface="Liberation Sans"/>
                <a:cs typeface="Liberation Sans"/>
              </a:defRPr>
            </a:lvl3pPr>
            <a:lvl4pPr algn="l">
              <a:defRPr sz="1050" b="0" i="0">
                <a:solidFill>
                  <a:srgbClr val="687783"/>
                </a:solidFill>
                <a:latin typeface="Liberation Sans"/>
                <a:ea typeface="Liberation Sans"/>
                <a:cs typeface="Liberation Sans"/>
              </a:defRPr>
            </a:lvl4pPr>
            <a:lvl5pPr algn="l">
              <a:defRPr sz="1050" b="0" i="0">
                <a:solidFill>
                  <a:srgbClr val="687783"/>
                </a:solidFill>
                <a:latin typeface="Liberation Sans"/>
                <a:ea typeface="Liberation Sans"/>
                <a:cs typeface="Liberation Sans"/>
              </a:defRPr>
            </a:lvl5pPr>
            <a:lvl6pPr algn="l">
              <a:defRPr sz="1050" b="0" i="0">
                <a:solidFill>
                  <a:srgbClr val="687783"/>
                </a:solidFill>
                <a:latin typeface="Liberation Sans"/>
                <a:ea typeface="Liberation Sans"/>
                <a:cs typeface="Liberation Sans"/>
              </a:defRPr>
            </a:lvl6pPr>
            <a:lvl7pPr algn="l">
              <a:defRPr sz="1050" b="0" i="0">
                <a:solidFill>
                  <a:srgbClr val="687783"/>
                </a:solidFill>
                <a:latin typeface="Liberation Sans"/>
                <a:ea typeface="Liberation Sans"/>
                <a:cs typeface="Liberation Sans"/>
              </a:defRPr>
            </a:lvl7pPr>
            <a:lvl8pPr algn="l">
              <a:defRPr sz="1050" b="0" i="0">
                <a:solidFill>
                  <a:srgbClr val="687783"/>
                </a:solidFill>
                <a:latin typeface="Liberation Sans"/>
                <a:ea typeface="Liberation Sans"/>
                <a:cs typeface="Liberation Sans"/>
              </a:defRPr>
            </a:lvl8pPr>
            <a:lvl9pPr algn="l">
              <a:defRPr sz="1050" b="0" i="0">
                <a:solidFill>
                  <a:srgbClr val="687783"/>
                </a:solidFill>
                <a:latin typeface="Liberation Sans"/>
                <a:ea typeface="Liberation Sans"/>
                <a:cs typeface="Liberation Sans"/>
              </a:defRPr>
            </a:lvl9pPr>
          </a:lstStyle>
          <a:p xmlns:a="http://schemas.openxmlformats.org/drawingml/2006/main">
            <a:pPr algn="l">
              <a:defRPr sz="1050" b="0" i="0">
                <a:solidFill>
                  <a:srgbClr val="687783"/>
                </a:solidFill>
                <a:latin typeface="Liberation Sans"/>
                <a:ea typeface="Liberation Sans"/>
                <a:cs typeface="Liberation Sans"/>
              </a:defRPr>
            </a:pPr>
            <a:r>
              <a:rPr sz="1050" b="0" i="0">
                <a:solidFill>
                  <a:srgbClr val="687783"/>
                </a:solidFill>
                <a:latin typeface="Liberation Sans"/>
                <a:ea typeface="Liberation Sans"/>
                <a:cs typeface="Liberation Sans"/>
              </a:rPr>
              <a:t>Consumer Review Lab · Activity 5</a:t>
            </a:r>
          </a:p>
        </p:txBody>
      </p:sp>
      <p:sp>
        <p:nvSpPr>
          <p:cNvPr id="6" name="">
            <a:extLst xmlns:a="http://schemas.openxmlformats.org/drawingml/2006/main">
              <a:ext uri="{FF2B5EF4-FFF2-40B4-BE49-F238E27FC236}">
                <a16:creationId xmlns:a16="http://schemas.microsoft.com/office/drawing/2014/main" id="{0E31CEA2-AEE4-48F0-A2F9-C163116048F5}"/>
              </a:ext>
            </a:extLst>
          </p:cNvPr>
          <p:cNvSpPr>
            <a:spLocks xmlns:a="http://schemas.openxmlformats.org/drawingml/2006/main" noGrp="1"/>
          </p:cNvSpPr>
          <p:nvPr/>
        </p:nvSpPr>
        <p:spPr>
          <a:xfrm xmlns:a="http://schemas.openxmlformats.org/drawingml/2006/main">
            <a:off x="11106150" y="64389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0" i="0">
                <a:solidFill>
                  <a:srgbClr val="687783"/>
                </a:solidFill>
                <a:latin typeface="Liberation Sans"/>
                <a:ea typeface="Liberation Sans"/>
                <a:cs typeface="Liberation Sans"/>
              </a:defRPr>
            </a:defPPr>
            <a:lvl1pPr algn="r">
              <a:defRPr sz="1125" b="0" i="0">
                <a:solidFill>
                  <a:srgbClr val="687783"/>
                </a:solidFill>
                <a:latin typeface="Liberation Sans"/>
                <a:ea typeface="Liberation Sans"/>
                <a:cs typeface="Liberation Sans"/>
              </a:defRPr>
            </a:lvl1pPr>
            <a:lvl2pPr algn="r">
              <a:defRPr sz="1125" b="0" i="0">
                <a:solidFill>
                  <a:srgbClr val="687783"/>
                </a:solidFill>
                <a:latin typeface="Liberation Sans"/>
                <a:ea typeface="Liberation Sans"/>
                <a:cs typeface="Liberation Sans"/>
              </a:defRPr>
            </a:lvl2pPr>
            <a:lvl3pPr algn="r">
              <a:defRPr sz="1125" b="0" i="0">
                <a:solidFill>
                  <a:srgbClr val="687783"/>
                </a:solidFill>
                <a:latin typeface="Liberation Sans"/>
                <a:ea typeface="Liberation Sans"/>
                <a:cs typeface="Liberation Sans"/>
              </a:defRPr>
            </a:lvl3pPr>
            <a:lvl4pPr algn="r">
              <a:defRPr sz="1125" b="0" i="0">
                <a:solidFill>
                  <a:srgbClr val="687783"/>
                </a:solidFill>
                <a:latin typeface="Liberation Sans"/>
                <a:ea typeface="Liberation Sans"/>
                <a:cs typeface="Liberation Sans"/>
              </a:defRPr>
            </a:lvl4pPr>
            <a:lvl5pPr algn="r">
              <a:defRPr sz="1125" b="0" i="0">
                <a:solidFill>
                  <a:srgbClr val="687783"/>
                </a:solidFill>
                <a:latin typeface="Liberation Sans"/>
                <a:ea typeface="Liberation Sans"/>
                <a:cs typeface="Liberation Sans"/>
              </a:defRPr>
            </a:lvl5pPr>
            <a:lvl6pPr algn="r">
              <a:defRPr sz="1125" b="0" i="0">
                <a:solidFill>
                  <a:srgbClr val="687783"/>
                </a:solidFill>
                <a:latin typeface="Liberation Sans"/>
                <a:ea typeface="Liberation Sans"/>
                <a:cs typeface="Liberation Sans"/>
              </a:defRPr>
            </a:lvl6pPr>
            <a:lvl7pPr algn="r">
              <a:defRPr sz="1125" b="0" i="0">
                <a:solidFill>
                  <a:srgbClr val="687783"/>
                </a:solidFill>
                <a:latin typeface="Liberation Sans"/>
                <a:ea typeface="Liberation Sans"/>
                <a:cs typeface="Liberation Sans"/>
              </a:defRPr>
            </a:lvl7pPr>
            <a:lvl8pPr algn="r">
              <a:defRPr sz="1125" b="0" i="0">
                <a:solidFill>
                  <a:srgbClr val="687783"/>
                </a:solidFill>
                <a:latin typeface="Liberation Sans"/>
                <a:ea typeface="Liberation Sans"/>
                <a:cs typeface="Liberation Sans"/>
              </a:defRPr>
            </a:lvl8pPr>
            <a:lvl9pPr algn="r">
              <a:defRPr sz="1125" b="0" i="0">
                <a:solidFill>
                  <a:srgbClr val="687783"/>
                </a:solidFill>
                <a:latin typeface="Liberation Sans"/>
                <a:ea typeface="Liberation Sans"/>
                <a:cs typeface="Liberation Sans"/>
              </a:defRPr>
            </a:lvl9pPr>
          </a:lstStyle>
          <a:p xmlns:a="http://schemas.openxmlformats.org/drawingml/2006/main">
            <a:pPr algn="r">
              <a:defRPr sz="1125" b="0" i="0">
                <a:solidFill>
                  <a:srgbClr val="687783"/>
                </a:solidFill>
                <a:latin typeface="Liberation Sans"/>
                <a:ea typeface="Liberation Sans"/>
                <a:cs typeface="Liberation Sans"/>
              </a:defRPr>
            </a:pPr>
            <a:r>
              <a:rPr sz="1125" b="0" i="0">
                <a:solidFill>
                  <a:srgbClr val="687783"/>
                </a:solidFill>
                <a:latin typeface="Liberation Sans"/>
                <a:ea typeface="Liberation Sans"/>
                <a:cs typeface="Liberation Sans"/>
              </a:rPr>
              <a:t>03</a:t>
            </a:r>
          </a:p>
        </p:txBody>
      </p:sp>
      <p:sp>
        <p:nvSpPr>
          <p:cNvPr id="7" name="">
            <a:extLst xmlns:a="http://schemas.openxmlformats.org/drawingml/2006/main">
              <a:ext uri="{FF2B5EF4-FFF2-40B4-BE49-F238E27FC236}">
                <a16:creationId xmlns:a16="http://schemas.microsoft.com/office/drawing/2014/main" id="{9F648A51-43C7-4842-8250-52770EA23895}"/>
              </a:ext>
            </a:extLst>
          </p:cNvPr>
          <p:cNvSpPr>
            <a:spLocks xmlns:a="http://schemas.openxmlformats.org/drawingml/2006/main" noGrp="1"/>
          </p:cNvSpPr>
          <p:nvPr/>
        </p:nvSpPr>
        <p:spPr>
          <a:xfrm xmlns:a="http://schemas.openxmlformats.org/drawingml/2006/main">
            <a:off x="762000" y="16573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E6864A"/>
                </a:solidFill>
                <a:latin typeface="Liberation Sans"/>
                <a:ea typeface="Liberation Sans"/>
                <a:cs typeface="Liberation Sans"/>
              </a:defRPr>
            </a:defPPr>
            <a:lvl1pPr algn="l">
              <a:defRPr sz="1650" b="1" i="0">
                <a:solidFill>
                  <a:srgbClr val="E6864A"/>
                </a:solidFill>
                <a:latin typeface="Liberation Sans"/>
                <a:ea typeface="Liberation Sans"/>
                <a:cs typeface="Liberation Sans"/>
              </a:defRPr>
            </a:lvl1pPr>
            <a:lvl2pPr algn="l">
              <a:defRPr sz="1650" b="1" i="0">
                <a:solidFill>
                  <a:srgbClr val="E6864A"/>
                </a:solidFill>
                <a:latin typeface="Liberation Sans"/>
                <a:ea typeface="Liberation Sans"/>
                <a:cs typeface="Liberation Sans"/>
              </a:defRPr>
            </a:lvl2pPr>
            <a:lvl3pPr algn="l">
              <a:defRPr sz="1650" b="1" i="0">
                <a:solidFill>
                  <a:srgbClr val="E6864A"/>
                </a:solidFill>
                <a:latin typeface="Liberation Sans"/>
                <a:ea typeface="Liberation Sans"/>
                <a:cs typeface="Liberation Sans"/>
              </a:defRPr>
            </a:lvl3pPr>
            <a:lvl4pPr algn="l">
              <a:defRPr sz="1650" b="1" i="0">
                <a:solidFill>
                  <a:srgbClr val="E6864A"/>
                </a:solidFill>
                <a:latin typeface="Liberation Sans"/>
                <a:ea typeface="Liberation Sans"/>
                <a:cs typeface="Liberation Sans"/>
              </a:defRPr>
            </a:lvl4pPr>
            <a:lvl5pPr algn="l">
              <a:defRPr sz="1650" b="1" i="0">
                <a:solidFill>
                  <a:srgbClr val="E6864A"/>
                </a:solidFill>
                <a:latin typeface="Liberation Sans"/>
                <a:ea typeface="Liberation Sans"/>
                <a:cs typeface="Liberation Sans"/>
              </a:defRPr>
            </a:lvl5pPr>
            <a:lvl6pPr algn="l">
              <a:defRPr sz="1650" b="1" i="0">
                <a:solidFill>
                  <a:srgbClr val="E6864A"/>
                </a:solidFill>
                <a:latin typeface="Liberation Sans"/>
                <a:ea typeface="Liberation Sans"/>
                <a:cs typeface="Liberation Sans"/>
              </a:defRPr>
            </a:lvl6pPr>
            <a:lvl7pPr algn="l">
              <a:defRPr sz="1650" b="1" i="0">
                <a:solidFill>
                  <a:srgbClr val="E6864A"/>
                </a:solidFill>
                <a:latin typeface="Liberation Sans"/>
                <a:ea typeface="Liberation Sans"/>
                <a:cs typeface="Liberation Sans"/>
              </a:defRPr>
            </a:lvl7pPr>
            <a:lvl8pPr algn="l">
              <a:defRPr sz="1650" b="1" i="0">
                <a:solidFill>
                  <a:srgbClr val="E6864A"/>
                </a:solidFill>
                <a:latin typeface="Liberation Sans"/>
                <a:ea typeface="Liberation Sans"/>
                <a:cs typeface="Liberation Sans"/>
              </a:defRPr>
            </a:lvl8pPr>
            <a:lvl9pPr algn="l">
              <a:defRPr sz="1650" b="1" i="0">
                <a:solidFill>
                  <a:srgbClr val="E6864A"/>
                </a:solidFill>
                <a:latin typeface="Liberation Sans"/>
                <a:ea typeface="Liberation Sans"/>
                <a:cs typeface="Liberation Sans"/>
              </a:defRPr>
            </a:lvl9pPr>
          </a:lstStyle>
          <a:p xmlns:a="http://schemas.openxmlformats.org/drawingml/2006/main">
            <a:pPr algn="l">
              <a:defRPr sz="1650" b="1" i="0">
                <a:solidFill>
                  <a:srgbClr val="E6864A"/>
                </a:solidFill>
                <a:latin typeface="Liberation Sans"/>
                <a:ea typeface="Liberation Sans"/>
                <a:cs typeface="Liberation Sans"/>
              </a:defRPr>
            </a:pPr>
            <a:r>
              <a:rPr sz="1650" b="1" i="0">
                <a:solidFill>
                  <a:srgbClr val="E6864A"/>
                </a:solidFill>
                <a:latin typeface="Liberation Sans"/>
                <a:ea typeface="Liberation Sans"/>
                <a:cs typeface="Liberation Sans"/>
              </a:rPr>
              <a:t>01</a:t>
            </a:r>
          </a:p>
        </p:txBody>
      </p:sp>
      <p:sp>
        <p:nvSpPr>
          <p:cNvPr id="8" name="">
            <a:extLst xmlns:a="http://schemas.openxmlformats.org/drawingml/2006/main">
              <a:ext uri="{FF2B5EF4-FFF2-40B4-BE49-F238E27FC236}">
                <a16:creationId xmlns:a16="http://schemas.microsoft.com/office/drawing/2014/main" id="{302AC416-E130-4B44-9787-BCB2A1D78D52}"/>
              </a:ext>
            </a:extLst>
          </p:cNvPr>
          <p:cNvSpPr>
            <a:spLocks xmlns:a="http://schemas.openxmlformats.org/drawingml/2006/main" noGrp="1"/>
          </p:cNvSpPr>
          <p:nvPr/>
        </p:nvSpPr>
        <p:spPr>
          <a:xfrm xmlns:a="http://schemas.openxmlformats.org/drawingml/2006/main">
            <a:off x="1600200" y="16573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i="0">
                <a:solidFill>
                  <a:srgbClr val="10243A"/>
                </a:solidFill>
                <a:latin typeface="Liberation Sans"/>
                <a:ea typeface="Liberation Sans"/>
                <a:cs typeface="Liberation Sans"/>
              </a:defRPr>
            </a:defPPr>
            <a:lvl1pPr algn="l">
              <a:defRPr sz="1875" b="1" i="0">
                <a:solidFill>
                  <a:srgbClr val="10243A"/>
                </a:solidFill>
                <a:latin typeface="Liberation Sans"/>
                <a:ea typeface="Liberation Sans"/>
                <a:cs typeface="Liberation Sans"/>
              </a:defRPr>
            </a:lvl1pPr>
            <a:lvl2pPr algn="l">
              <a:defRPr sz="1875" b="1" i="0">
                <a:solidFill>
                  <a:srgbClr val="10243A"/>
                </a:solidFill>
                <a:latin typeface="Liberation Sans"/>
                <a:ea typeface="Liberation Sans"/>
                <a:cs typeface="Liberation Sans"/>
              </a:defRPr>
            </a:lvl2pPr>
            <a:lvl3pPr algn="l">
              <a:defRPr sz="1875" b="1" i="0">
                <a:solidFill>
                  <a:srgbClr val="10243A"/>
                </a:solidFill>
                <a:latin typeface="Liberation Sans"/>
                <a:ea typeface="Liberation Sans"/>
                <a:cs typeface="Liberation Sans"/>
              </a:defRPr>
            </a:lvl3pPr>
            <a:lvl4pPr algn="l">
              <a:defRPr sz="1875" b="1" i="0">
                <a:solidFill>
                  <a:srgbClr val="10243A"/>
                </a:solidFill>
                <a:latin typeface="Liberation Sans"/>
                <a:ea typeface="Liberation Sans"/>
                <a:cs typeface="Liberation Sans"/>
              </a:defRPr>
            </a:lvl4pPr>
            <a:lvl5pPr algn="l">
              <a:defRPr sz="1875" b="1" i="0">
                <a:solidFill>
                  <a:srgbClr val="10243A"/>
                </a:solidFill>
                <a:latin typeface="Liberation Sans"/>
                <a:ea typeface="Liberation Sans"/>
                <a:cs typeface="Liberation Sans"/>
              </a:defRPr>
            </a:lvl5pPr>
            <a:lvl6pPr algn="l">
              <a:defRPr sz="1875" b="1" i="0">
                <a:solidFill>
                  <a:srgbClr val="10243A"/>
                </a:solidFill>
                <a:latin typeface="Liberation Sans"/>
                <a:ea typeface="Liberation Sans"/>
                <a:cs typeface="Liberation Sans"/>
              </a:defRPr>
            </a:lvl6pPr>
            <a:lvl7pPr algn="l">
              <a:defRPr sz="1875" b="1" i="0">
                <a:solidFill>
                  <a:srgbClr val="10243A"/>
                </a:solidFill>
                <a:latin typeface="Liberation Sans"/>
                <a:ea typeface="Liberation Sans"/>
                <a:cs typeface="Liberation Sans"/>
              </a:defRPr>
            </a:lvl7pPr>
            <a:lvl8pPr algn="l">
              <a:defRPr sz="1875" b="1" i="0">
                <a:solidFill>
                  <a:srgbClr val="10243A"/>
                </a:solidFill>
                <a:latin typeface="Liberation Sans"/>
                <a:ea typeface="Liberation Sans"/>
                <a:cs typeface="Liberation Sans"/>
              </a:defRPr>
            </a:lvl8pPr>
            <a:lvl9pPr algn="l">
              <a:defRPr sz="1875" b="1" i="0">
                <a:solidFill>
                  <a:srgbClr val="10243A"/>
                </a:solidFill>
                <a:latin typeface="Liberation Sans"/>
                <a:ea typeface="Liberation Sans"/>
                <a:cs typeface="Liberation Sans"/>
              </a:defRPr>
            </a:lvl9pPr>
          </a:lstStyle>
          <a:p xmlns:a="http://schemas.openxmlformats.org/drawingml/2006/main">
            <a:pPr algn="l">
              <a:defRPr sz="1875" b="1" i="0">
                <a:solidFill>
                  <a:srgbClr val="10243A"/>
                </a:solidFill>
                <a:latin typeface="Liberation Sans"/>
                <a:ea typeface="Liberation Sans"/>
                <a:cs typeface="Liberation Sans"/>
              </a:defRPr>
            </a:pPr>
            <a:r>
              <a:rPr sz="1875" b="1" i="0">
                <a:solidFill>
                  <a:srgbClr val="10243A"/>
                </a:solidFill>
                <a:latin typeface="Liberation Sans"/>
                <a:ea typeface="Liberation Sans"/>
                <a:cs typeface="Liberation Sans"/>
              </a:rPr>
              <a:t>Word values</a:t>
            </a:r>
          </a:p>
        </p:txBody>
      </p:sp>
      <p:sp>
        <p:nvSpPr>
          <p:cNvPr id="9" name="">
            <a:extLst xmlns:a="http://schemas.openxmlformats.org/drawingml/2006/main">
              <a:ext uri="{FF2B5EF4-FFF2-40B4-BE49-F238E27FC236}">
                <a16:creationId xmlns:a16="http://schemas.microsoft.com/office/drawing/2014/main" id="{34251F78-B759-44DA-B32B-FBAFD55F49C6}"/>
              </a:ext>
            </a:extLst>
          </p:cNvPr>
          <p:cNvSpPr>
            <a:spLocks xmlns:a="http://schemas.openxmlformats.org/drawingml/2006/main" noGrp="1"/>
          </p:cNvSpPr>
          <p:nvPr/>
        </p:nvSpPr>
        <p:spPr>
          <a:xfrm xmlns:a="http://schemas.openxmlformats.org/drawingml/2006/main">
            <a:off x="4095750" y="1657350"/>
            <a:ext cx="7191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182B45"/>
                </a:solidFill>
                <a:latin typeface="Liberation Sans"/>
                <a:ea typeface="Liberation Sans"/>
                <a:cs typeface="Liberation Sans"/>
              </a:defRPr>
            </a:defPPr>
            <a:lvl1pPr algn="l">
              <a:defRPr sz="1575" b="0" i="0">
                <a:solidFill>
                  <a:srgbClr val="182B45"/>
                </a:solidFill>
                <a:latin typeface="Liberation Sans"/>
                <a:ea typeface="Liberation Sans"/>
                <a:cs typeface="Liberation Sans"/>
              </a:defRPr>
            </a:lvl1pPr>
            <a:lvl2pPr algn="l">
              <a:defRPr sz="1575" b="0" i="0">
                <a:solidFill>
                  <a:srgbClr val="182B45"/>
                </a:solidFill>
                <a:latin typeface="Liberation Sans"/>
                <a:ea typeface="Liberation Sans"/>
                <a:cs typeface="Liberation Sans"/>
              </a:defRPr>
            </a:lvl2pPr>
            <a:lvl3pPr algn="l">
              <a:defRPr sz="1575" b="0" i="0">
                <a:solidFill>
                  <a:srgbClr val="182B45"/>
                </a:solidFill>
                <a:latin typeface="Liberation Sans"/>
                <a:ea typeface="Liberation Sans"/>
                <a:cs typeface="Liberation Sans"/>
              </a:defRPr>
            </a:lvl3pPr>
            <a:lvl4pPr algn="l">
              <a:defRPr sz="1575" b="0" i="0">
                <a:solidFill>
                  <a:srgbClr val="182B45"/>
                </a:solidFill>
                <a:latin typeface="Liberation Sans"/>
                <a:ea typeface="Liberation Sans"/>
                <a:cs typeface="Liberation Sans"/>
              </a:defRPr>
            </a:lvl4pPr>
            <a:lvl5pPr algn="l">
              <a:defRPr sz="1575" b="0" i="0">
                <a:solidFill>
                  <a:srgbClr val="182B45"/>
                </a:solidFill>
                <a:latin typeface="Liberation Sans"/>
                <a:ea typeface="Liberation Sans"/>
                <a:cs typeface="Liberation Sans"/>
              </a:defRPr>
            </a:lvl5pPr>
            <a:lvl6pPr algn="l">
              <a:defRPr sz="1575" b="0" i="0">
                <a:solidFill>
                  <a:srgbClr val="182B45"/>
                </a:solidFill>
                <a:latin typeface="Liberation Sans"/>
                <a:ea typeface="Liberation Sans"/>
                <a:cs typeface="Liberation Sans"/>
              </a:defRPr>
            </a:lvl6pPr>
            <a:lvl7pPr algn="l">
              <a:defRPr sz="1575" b="0" i="0">
                <a:solidFill>
                  <a:srgbClr val="182B45"/>
                </a:solidFill>
                <a:latin typeface="Liberation Sans"/>
                <a:ea typeface="Liberation Sans"/>
                <a:cs typeface="Liberation Sans"/>
              </a:defRPr>
            </a:lvl7pPr>
            <a:lvl8pPr algn="l">
              <a:defRPr sz="1575" b="0" i="0">
                <a:solidFill>
                  <a:srgbClr val="182B45"/>
                </a:solidFill>
                <a:latin typeface="Liberation Sans"/>
                <a:ea typeface="Liberation Sans"/>
                <a:cs typeface="Liberation Sans"/>
              </a:defRPr>
            </a:lvl8pPr>
            <a:lvl9pPr algn="l">
              <a:defRPr sz="1575" b="0" i="0">
                <a:solidFill>
                  <a:srgbClr val="182B45"/>
                </a:solidFill>
                <a:latin typeface="Liberation Sans"/>
                <a:ea typeface="Liberation Sans"/>
                <a:cs typeface="Liberation Sans"/>
              </a:defRPr>
            </a:lvl9pPr>
          </a:lstStyle>
          <a:p xmlns:a="http://schemas.openxmlformats.org/drawingml/2006/main">
            <a:pPr algn="l">
              <a:defRPr sz="1575" b="0" i="0">
                <a:solidFill>
                  <a:srgbClr val="182B45"/>
                </a:solidFill>
                <a:latin typeface="Liberation Sans"/>
                <a:ea typeface="Liberation Sans"/>
                <a:cs typeface="Liberation Sans"/>
              </a:defRPr>
            </a:pPr>
            <a:r>
              <a:rPr sz="1575" b="0" i="0">
                <a:solidFill>
                  <a:srgbClr val="182B45"/>
                </a:solidFill>
                <a:latin typeface="Liberation Sans"/>
                <a:ea typeface="Liberation Sans"/>
                <a:cs typeface="Liberation Sans"/>
              </a:rPr>
              <a:t>A sentiment dictionary assigns positive or negative numbers to words.</a:t>
            </a:r>
          </a:p>
        </p:txBody>
      </p:sp>
      <p:sp>
        <p:nvSpPr>
          <p:cNvPr id="10" name="">
            <a:extLst xmlns:a="http://schemas.openxmlformats.org/drawingml/2006/main">
              <a:ext uri="{FF2B5EF4-FFF2-40B4-BE49-F238E27FC236}">
                <a16:creationId xmlns:a16="http://schemas.microsoft.com/office/drawing/2014/main" id="{C7D64598-AFF3-477E-9032-5564010A160F}"/>
              </a:ext>
            </a:extLst>
          </p:cNvPr>
          <p:cNvSpPr>
            <a:spLocks xmlns:a="http://schemas.openxmlformats.org/drawingml/2006/main" noGrp="1"/>
          </p:cNvSpPr>
          <p:nvPr/>
        </p:nvSpPr>
        <p:spPr>
          <a:xfrm xmlns:a="http://schemas.openxmlformats.org/drawingml/2006/main">
            <a:off x="1600200" y="2190750"/>
            <a:ext cx="9715500" cy="9525"/>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EF55A36-210E-4036-804B-0C1C997B9921}"/>
              </a:ext>
            </a:extLst>
          </p:cNvPr>
          <p:cNvSpPr>
            <a:spLocks xmlns:a="http://schemas.openxmlformats.org/drawingml/2006/main" noGrp="1"/>
          </p:cNvSpPr>
          <p:nvPr/>
        </p:nvSpPr>
        <p:spPr>
          <a:xfrm xmlns:a="http://schemas.openxmlformats.org/drawingml/2006/main">
            <a:off x="762000" y="27241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E6864A"/>
                </a:solidFill>
                <a:latin typeface="Liberation Sans"/>
                <a:ea typeface="Liberation Sans"/>
                <a:cs typeface="Liberation Sans"/>
              </a:defRPr>
            </a:defPPr>
            <a:lvl1pPr algn="l">
              <a:defRPr sz="1650" b="1" i="0">
                <a:solidFill>
                  <a:srgbClr val="E6864A"/>
                </a:solidFill>
                <a:latin typeface="Liberation Sans"/>
                <a:ea typeface="Liberation Sans"/>
                <a:cs typeface="Liberation Sans"/>
              </a:defRPr>
            </a:lvl1pPr>
            <a:lvl2pPr algn="l">
              <a:defRPr sz="1650" b="1" i="0">
                <a:solidFill>
                  <a:srgbClr val="E6864A"/>
                </a:solidFill>
                <a:latin typeface="Liberation Sans"/>
                <a:ea typeface="Liberation Sans"/>
                <a:cs typeface="Liberation Sans"/>
              </a:defRPr>
            </a:lvl2pPr>
            <a:lvl3pPr algn="l">
              <a:defRPr sz="1650" b="1" i="0">
                <a:solidFill>
                  <a:srgbClr val="E6864A"/>
                </a:solidFill>
                <a:latin typeface="Liberation Sans"/>
                <a:ea typeface="Liberation Sans"/>
                <a:cs typeface="Liberation Sans"/>
              </a:defRPr>
            </a:lvl3pPr>
            <a:lvl4pPr algn="l">
              <a:defRPr sz="1650" b="1" i="0">
                <a:solidFill>
                  <a:srgbClr val="E6864A"/>
                </a:solidFill>
                <a:latin typeface="Liberation Sans"/>
                <a:ea typeface="Liberation Sans"/>
                <a:cs typeface="Liberation Sans"/>
              </a:defRPr>
            </a:lvl4pPr>
            <a:lvl5pPr algn="l">
              <a:defRPr sz="1650" b="1" i="0">
                <a:solidFill>
                  <a:srgbClr val="E6864A"/>
                </a:solidFill>
                <a:latin typeface="Liberation Sans"/>
                <a:ea typeface="Liberation Sans"/>
                <a:cs typeface="Liberation Sans"/>
              </a:defRPr>
            </a:lvl5pPr>
            <a:lvl6pPr algn="l">
              <a:defRPr sz="1650" b="1" i="0">
                <a:solidFill>
                  <a:srgbClr val="E6864A"/>
                </a:solidFill>
                <a:latin typeface="Liberation Sans"/>
                <a:ea typeface="Liberation Sans"/>
                <a:cs typeface="Liberation Sans"/>
              </a:defRPr>
            </a:lvl6pPr>
            <a:lvl7pPr algn="l">
              <a:defRPr sz="1650" b="1" i="0">
                <a:solidFill>
                  <a:srgbClr val="E6864A"/>
                </a:solidFill>
                <a:latin typeface="Liberation Sans"/>
                <a:ea typeface="Liberation Sans"/>
                <a:cs typeface="Liberation Sans"/>
              </a:defRPr>
            </a:lvl7pPr>
            <a:lvl8pPr algn="l">
              <a:defRPr sz="1650" b="1" i="0">
                <a:solidFill>
                  <a:srgbClr val="E6864A"/>
                </a:solidFill>
                <a:latin typeface="Liberation Sans"/>
                <a:ea typeface="Liberation Sans"/>
                <a:cs typeface="Liberation Sans"/>
              </a:defRPr>
            </a:lvl8pPr>
            <a:lvl9pPr algn="l">
              <a:defRPr sz="1650" b="1" i="0">
                <a:solidFill>
                  <a:srgbClr val="E6864A"/>
                </a:solidFill>
                <a:latin typeface="Liberation Sans"/>
                <a:ea typeface="Liberation Sans"/>
                <a:cs typeface="Liberation Sans"/>
              </a:defRPr>
            </a:lvl9pPr>
          </a:lstStyle>
          <a:p xmlns:a="http://schemas.openxmlformats.org/drawingml/2006/main">
            <a:pPr algn="l">
              <a:defRPr sz="1650" b="1" i="0">
                <a:solidFill>
                  <a:srgbClr val="E6864A"/>
                </a:solidFill>
                <a:latin typeface="Liberation Sans"/>
                <a:ea typeface="Liberation Sans"/>
                <a:cs typeface="Liberation Sans"/>
              </a:defRPr>
            </a:pPr>
            <a:r>
              <a:rPr sz="1650" b="1" i="0">
                <a:solidFill>
                  <a:srgbClr val="E6864A"/>
                </a:solidFill>
                <a:latin typeface="Liberation Sans"/>
                <a:ea typeface="Liberation Sans"/>
                <a:cs typeface="Liberation Sans"/>
              </a:rPr>
              <a:t>02</a:t>
            </a:r>
          </a:p>
        </p:txBody>
      </p:sp>
      <p:sp>
        <p:nvSpPr>
          <p:cNvPr id="12" name="">
            <a:extLst xmlns:a="http://schemas.openxmlformats.org/drawingml/2006/main">
              <a:ext uri="{FF2B5EF4-FFF2-40B4-BE49-F238E27FC236}">
                <a16:creationId xmlns:a16="http://schemas.microsoft.com/office/drawing/2014/main" id="{29F98BD9-A07C-4632-B27E-71A57F333F96}"/>
              </a:ext>
            </a:extLst>
          </p:cNvPr>
          <p:cNvSpPr>
            <a:spLocks xmlns:a="http://schemas.openxmlformats.org/drawingml/2006/main" noGrp="1"/>
          </p:cNvSpPr>
          <p:nvPr/>
        </p:nvSpPr>
        <p:spPr>
          <a:xfrm xmlns:a="http://schemas.openxmlformats.org/drawingml/2006/main">
            <a:off x="1600200" y="27241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i="0">
                <a:solidFill>
                  <a:srgbClr val="10243A"/>
                </a:solidFill>
                <a:latin typeface="Liberation Sans"/>
                <a:ea typeface="Liberation Sans"/>
                <a:cs typeface="Liberation Sans"/>
              </a:defRPr>
            </a:defPPr>
            <a:lvl1pPr algn="l">
              <a:defRPr sz="1875" b="1" i="0">
                <a:solidFill>
                  <a:srgbClr val="10243A"/>
                </a:solidFill>
                <a:latin typeface="Liberation Sans"/>
                <a:ea typeface="Liberation Sans"/>
                <a:cs typeface="Liberation Sans"/>
              </a:defRPr>
            </a:lvl1pPr>
            <a:lvl2pPr algn="l">
              <a:defRPr sz="1875" b="1" i="0">
                <a:solidFill>
                  <a:srgbClr val="10243A"/>
                </a:solidFill>
                <a:latin typeface="Liberation Sans"/>
                <a:ea typeface="Liberation Sans"/>
                <a:cs typeface="Liberation Sans"/>
              </a:defRPr>
            </a:lvl2pPr>
            <a:lvl3pPr algn="l">
              <a:defRPr sz="1875" b="1" i="0">
                <a:solidFill>
                  <a:srgbClr val="10243A"/>
                </a:solidFill>
                <a:latin typeface="Liberation Sans"/>
                <a:ea typeface="Liberation Sans"/>
                <a:cs typeface="Liberation Sans"/>
              </a:defRPr>
            </a:lvl3pPr>
            <a:lvl4pPr algn="l">
              <a:defRPr sz="1875" b="1" i="0">
                <a:solidFill>
                  <a:srgbClr val="10243A"/>
                </a:solidFill>
                <a:latin typeface="Liberation Sans"/>
                <a:ea typeface="Liberation Sans"/>
                <a:cs typeface="Liberation Sans"/>
              </a:defRPr>
            </a:lvl4pPr>
            <a:lvl5pPr algn="l">
              <a:defRPr sz="1875" b="1" i="0">
                <a:solidFill>
                  <a:srgbClr val="10243A"/>
                </a:solidFill>
                <a:latin typeface="Liberation Sans"/>
                <a:ea typeface="Liberation Sans"/>
                <a:cs typeface="Liberation Sans"/>
              </a:defRPr>
            </a:lvl5pPr>
            <a:lvl6pPr algn="l">
              <a:defRPr sz="1875" b="1" i="0">
                <a:solidFill>
                  <a:srgbClr val="10243A"/>
                </a:solidFill>
                <a:latin typeface="Liberation Sans"/>
                <a:ea typeface="Liberation Sans"/>
                <a:cs typeface="Liberation Sans"/>
              </a:defRPr>
            </a:lvl6pPr>
            <a:lvl7pPr algn="l">
              <a:defRPr sz="1875" b="1" i="0">
                <a:solidFill>
                  <a:srgbClr val="10243A"/>
                </a:solidFill>
                <a:latin typeface="Liberation Sans"/>
                <a:ea typeface="Liberation Sans"/>
                <a:cs typeface="Liberation Sans"/>
              </a:defRPr>
            </a:lvl7pPr>
            <a:lvl8pPr algn="l">
              <a:defRPr sz="1875" b="1" i="0">
                <a:solidFill>
                  <a:srgbClr val="10243A"/>
                </a:solidFill>
                <a:latin typeface="Liberation Sans"/>
                <a:ea typeface="Liberation Sans"/>
                <a:cs typeface="Liberation Sans"/>
              </a:defRPr>
            </a:lvl8pPr>
            <a:lvl9pPr algn="l">
              <a:defRPr sz="1875" b="1" i="0">
                <a:solidFill>
                  <a:srgbClr val="10243A"/>
                </a:solidFill>
                <a:latin typeface="Liberation Sans"/>
                <a:ea typeface="Liberation Sans"/>
                <a:cs typeface="Liberation Sans"/>
              </a:defRPr>
            </a:lvl9pPr>
          </a:lstStyle>
          <a:p xmlns:a="http://schemas.openxmlformats.org/drawingml/2006/main">
            <a:pPr algn="l">
              <a:defRPr sz="1875" b="1" i="0">
                <a:solidFill>
                  <a:srgbClr val="10243A"/>
                </a:solidFill>
                <a:latin typeface="Liberation Sans"/>
                <a:ea typeface="Liberation Sans"/>
                <a:cs typeface="Liberation Sans"/>
              </a:defRPr>
            </a:pPr>
            <a:r>
              <a:rPr sz="1875" b="1" i="0">
                <a:solidFill>
                  <a:srgbClr val="10243A"/>
                </a:solidFill>
                <a:latin typeface="Liberation Sans"/>
                <a:ea typeface="Liberation Sans"/>
                <a:cs typeface="Liberation Sans"/>
              </a:rPr>
              <a:t>Score a review</a:t>
            </a:r>
          </a:p>
        </p:txBody>
      </p:sp>
      <p:sp>
        <p:nvSpPr>
          <p:cNvPr id="13" name="">
            <a:extLst xmlns:a="http://schemas.openxmlformats.org/drawingml/2006/main">
              <a:ext uri="{FF2B5EF4-FFF2-40B4-BE49-F238E27FC236}">
                <a16:creationId xmlns:a16="http://schemas.microsoft.com/office/drawing/2014/main" id="{1D01F2FD-A1D7-4AE7-8BF7-F398837538C8}"/>
              </a:ext>
            </a:extLst>
          </p:cNvPr>
          <p:cNvSpPr>
            <a:spLocks xmlns:a="http://schemas.openxmlformats.org/drawingml/2006/main" noGrp="1"/>
          </p:cNvSpPr>
          <p:nvPr/>
        </p:nvSpPr>
        <p:spPr>
          <a:xfrm xmlns:a="http://schemas.openxmlformats.org/drawingml/2006/main">
            <a:off x="4095750" y="2724150"/>
            <a:ext cx="7191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182B45"/>
                </a:solidFill>
                <a:latin typeface="Liberation Sans"/>
                <a:ea typeface="Liberation Sans"/>
                <a:cs typeface="Liberation Sans"/>
              </a:defRPr>
            </a:defPPr>
            <a:lvl1pPr algn="l">
              <a:defRPr sz="1575" b="0" i="0">
                <a:solidFill>
                  <a:srgbClr val="182B45"/>
                </a:solidFill>
                <a:latin typeface="Liberation Sans"/>
                <a:ea typeface="Liberation Sans"/>
                <a:cs typeface="Liberation Sans"/>
              </a:defRPr>
            </a:lvl1pPr>
            <a:lvl2pPr algn="l">
              <a:defRPr sz="1575" b="0" i="0">
                <a:solidFill>
                  <a:srgbClr val="182B45"/>
                </a:solidFill>
                <a:latin typeface="Liberation Sans"/>
                <a:ea typeface="Liberation Sans"/>
                <a:cs typeface="Liberation Sans"/>
              </a:defRPr>
            </a:lvl2pPr>
            <a:lvl3pPr algn="l">
              <a:defRPr sz="1575" b="0" i="0">
                <a:solidFill>
                  <a:srgbClr val="182B45"/>
                </a:solidFill>
                <a:latin typeface="Liberation Sans"/>
                <a:ea typeface="Liberation Sans"/>
                <a:cs typeface="Liberation Sans"/>
              </a:defRPr>
            </a:lvl3pPr>
            <a:lvl4pPr algn="l">
              <a:defRPr sz="1575" b="0" i="0">
                <a:solidFill>
                  <a:srgbClr val="182B45"/>
                </a:solidFill>
                <a:latin typeface="Liberation Sans"/>
                <a:ea typeface="Liberation Sans"/>
                <a:cs typeface="Liberation Sans"/>
              </a:defRPr>
            </a:lvl4pPr>
            <a:lvl5pPr algn="l">
              <a:defRPr sz="1575" b="0" i="0">
                <a:solidFill>
                  <a:srgbClr val="182B45"/>
                </a:solidFill>
                <a:latin typeface="Liberation Sans"/>
                <a:ea typeface="Liberation Sans"/>
                <a:cs typeface="Liberation Sans"/>
              </a:defRPr>
            </a:lvl5pPr>
            <a:lvl6pPr algn="l">
              <a:defRPr sz="1575" b="0" i="0">
                <a:solidFill>
                  <a:srgbClr val="182B45"/>
                </a:solidFill>
                <a:latin typeface="Liberation Sans"/>
                <a:ea typeface="Liberation Sans"/>
                <a:cs typeface="Liberation Sans"/>
              </a:defRPr>
            </a:lvl6pPr>
            <a:lvl7pPr algn="l">
              <a:defRPr sz="1575" b="0" i="0">
                <a:solidFill>
                  <a:srgbClr val="182B45"/>
                </a:solidFill>
                <a:latin typeface="Liberation Sans"/>
                <a:ea typeface="Liberation Sans"/>
                <a:cs typeface="Liberation Sans"/>
              </a:defRPr>
            </a:lvl7pPr>
            <a:lvl8pPr algn="l">
              <a:defRPr sz="1575" b="0" i="0">
                <a:solidFill>
                  <a:srgbClr val="182B45"/>
                </a:solidFill>
                <a:latin typeface="Liberation Sans"/>
                <a:ea typeface="Liberation Sans"/>
                <a:cs typeface="Liberation Sans"/>
              </a:defRPr>
            </a:lvl8pPr>
            <a:lvl9pPr algn="l">
              <a:defRPr sz="1575" b="0" i="0">
                <a:solidFill>
                  <a:srgbClr val="182B45"/>
                </a:solidFill>
                <a:latin typeface="Liberation Sans"/>
                <a:ea typeface="Liberation Sans"/>
                <a:cs typeface="Liberation Sans"/>
              </a:defRPr>
            </a:lvl9pPr>
          </a:lstStyle>
          <a:p xmlns:a="http://schemas.openxmlformats.org/drawingml/2006/main">
            <a:pPr algn="l">
              <a:defRPr sz="1575" b="0" i="0">
                <a:solidFill>
                  <a:srgbClr val="182B45"/>
                </a:solidFill>
                <a:latin typeface="Liberation Sans"/>
                <a:ea typeface="Liberation Sans"/>
                <a:cs typeface="Liberation Sans"/>
              </a:defRPr>
            </a:pPr>
            <a:r>
              <a:rPr sz="1575" b="0" i="0">
                <a:solidFill>
                  <a:srgbClr val="182B45"/>
                </a:solidFill>
                <a:latin typeface="Liberation Sans"/>
                <a:ea typeface="Liberation Sans"/>
                <a:cs typeface="Liberation Sans"/>
              </a:rPr>
              <a:t>Split text into words, look up each value, and add the values.</a:t>
            </a:r>
          </a:p>
        </p:txBody>
      </p:sp>
      <p:sp>
        <p:nvSpPr>
          <p:cNvPr id="14" name="">
            <a:extLst xmlns:a="http://schemas.openxmlformats.org/drawingml/2006/main">
              <a:ext uri="{FF2B5EF4-FFF2-40B4-BE49-F238E27FC236}">
                <a16:creationId xmlns:a16="http://schemas.microsoft.com/office/drawing/2014/main" id="{F5BF2935-C590-40AF-B152-C947058F2157}"/>
              </a:ext>
            </a:extLst>
          </p:cNvPr>
          <p:cNvSpPr>
            <a:spLocks xmlns:a="http://schemas.openxmlformats.org/drawingml/2006/main" noGrp="1"/>
          </p:cNvSpPr>
          <p:nvPr/>
        </p:nvSpPr>
        <p:spPr>
          <a:xfrm xmlns:a="http://schemas.openxmlformats.org/drawingml/2006/main">
            <a:off x="1600200" y="3257550"/>
            <a:ext cx="9715500" cy="9525"/>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B7FD24A-CA74-49F8-8BB9-0F54447CE39D}"/>
              </a:ext>
            </a:extLst>
          </p:cNvPr>
          <p:cNvSpPr>
            <a:spLocks xmlns:a="http://schemas.openxmlformats.org/drawingml/2006/main" noGrp="1"/>
          </p:cNvSpPr>
          <p:nvPr/>
        </p:nvSpPr>
        <p:spPr>
          <a:xfrm xmlns:a="http://schemas.openxmlformats.org/drawingml/2006/main">
            <a:off x="762000" y="37909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E6864A"/>
                </a:solidFill>
                <a:latin typeface="Liberation Sans"/>
                <a:ea typeface="Liberation Sans"/>
                <a:cs typeface="Liberation Sans"/>
              </a:defRPr>
            </a:defPPr>
            <a:lvl1pPr algn="l">
              <a:defRPr sz="1650" b="1" i="0">
                <a:solidFill>
                  <a:srgbClr val="E6864A"/>
                </a:solidFill>
                <a:latin typeface="Liberation Sans"/>
                <a:ea typeface="Liberation Sans"/>
                <a:cs typeface="Liberation Sans"/>
              </a:defRPr>
            </a:lvl1pPr>
            <a:lvl2pPr algn="l">
              <a:defRPr sz="1650" b="1" i="0">
                <a:solidFill>
                  <a:srgbClr val="E6864A"/>
                </a:solidFill>
                <a:latin typeface="Liberation Sans"/>
                <a:ea typeface="Liberation Sans"/>
                <a:cs typeface="Liberation Sans"/>
              </a:defRPr>
            </a:lvl2pPr>
            <a:lvl3pPr algn="l">
              <a:defRPr sz="1650" b="1" i="0">
                <a:solidFill>
                  <a:srgbClr val="E6864A"/>
                </a:solidFill>
                <a:latin typeface="Liberation Sans"/>
                <a:ea typeface="Liberation Sans"/>
                <a:cs typeface="Liberation Sans"/>
              </a:defRPr>
            </a:lvl3pPr>
            <a:lvl4pPr algn="l">
              <a:defRPr sz="1650" b="1" i="0">
                <a:solidFill>
                  <a:srgbClr val="E6864A"/>
                </a:solidFill>
                <a:latin typeface="Liberation Sans"/>
                <a:ea typeface="Liberation Sans"/>
                <a:cs typeface="Liberation Sans"/>
              </a:defRPr>
            </a:lvl4pPr>
            <a:lvl5pPr algn="l">
              <a:defRPr sz="1650" b="1" i="0">
                <a:solidFill>
                  <a:srgbClr val="E6864A"/>
                </a:solidFill>
                <a:latin typeface="Liberation Sans"/>
                <a:ea typeface="Liberation Sans"/>
                <a:cs typeface="Liberation Sans"/>
              </a:defRPr>
            </a:lvl5pPr>
            <a:lvl6pPr algn="l">
              <a:defRPr sz="1650" b="1" i="0">
                <a:solidFill>
                  <a:srgbClr val="E6864A"/>
                </a:solidFill>
                <a:latin typeface="Liberation Sans"/>
                <a:ea typeface="Liberation Sans"/>
                <a:cs typeface="Liberation Sans"/>
              </a:defRPr>
            </a:lvl6pPr>
            <a:lvl7pPr algn="l">
              <a:defRPr sz="1650" b="1" i="0">
                <a:solidFill>
                  <a:srgbClr val="E6864A"/>
                </a:solidFill>
                <a:latin typeface="Liberation Sans"/>
                <a:ea typeface="Liberation Sans"/>
                <a:cs typeface="Liberation Sans"/>
              </a:defRPr>
            </a:lvl7pPr>
            <a:lvl8pPr algn="l">
              <a:defRPr sz="1650" b="1" i="0">
                <a:solidFill>
                  <a:srgbClr val="E6864A"/>
                </a:solidFill>
                <a:latin typeface="Liberation Sans"/>
                <a:ea typeface="Liberation Sans"/>
                <a:cs typeface="Liberation Sans"/>
              </a:defRPr>
            </a:lvl8pPr>
            <a:lvl9pPr algn="l">
              <a:defRPr sz="1650" b="1" i="0">
                <a:solidFill>
                  <a:srgbClr val="E6864A"/>
                </a:solidFill>
                <a:latin typeface="Liberation Sans"/>
                <a:ea typeface="Liberation Sans"/>
                <a:cs typeface="Liberation Sans"/>
              </a:defRPr>
            </a:lvl9pPr>
          </a:lstStyle>
          <a:p xmlns:a="http://schemas.openxmlformats.org/drawingml/2006/main">
            <a:pPr algn="l">
              <a:defRPr sz="1650" b="1" i="0">
                <a:solidFill>
                  <a:srgbClr val="E6864A"/>
                </a:solidFill>
                <a:latin typeface="Liberation Sans"/>
                <a:ea typeface="Liberation Sans"/>
                <a:cs typeface="Liberation Sans"/>
              </a:defRPr>
            </a:pPr>
            <a:r>
              <a:rPr sz="1650" b="1" i="0">
                <a:solidFill>
                  <a:srgbClr val="E6864A"/>
                </a:solidFill>
                <a:latin typeface="Liberation Sans"/>
                <a:ea typeface="Liberation Sans"/>
                <a:cs typeface="Liberation Sans"/>
              </a:rPr>
              <a:t>03</a:t>
            </a:r>
          </a:p>
        </p:txBody>
      </p:sp>
      <p:sp>
        <p:nvSpPr>
          <p:cNvPr id="16" name="">
            <a:extLst xmlns:a="http://schemas.openxmlformats.org/drawingml/2006/main">
              <a:ext uri="{FF2B5EF4-FFF2-40B4-BE49-F238E27FC236}">
                <a16:creationId xmlns:a16="http://schemas.microsoft.com/office/drawing/2014/main" id="{8B748211-FACD-4C02-B124-43BE0A14413A}"/>
              </a:ext>
            </a:extLst>
          </p:cNvPr>
          <p:cNvSpPr>
            <a:spLocks xmlns:a="http://schemas.openxmlformats.org/drawingml/2006/main" noGrp="1"/>
          </p:cNvSpPr>
          <p:nvPr/>
        </p:nvSpPr>
        <p:spPr>
          <a:xfrm xmlns:a="http://schemas.openxmlformats.org/drawingml/2006/main">
            <a:off x="1600200" y="37909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i="0">
                <a:solidFill>
                  <a:srgbClr val="10243A"/>
                </a:solidFill>
                <a:latin typeface="Liberation Sans"/>
                <a:ea typeface="Liberation Sans"/>
                <a:cs typeface="Liberation Sans"/>
              </a:defRPr>
            </a:defPPr>
            <a:lvl1pPr algn="l">
              <a:defRPr sz="1875" b="1" i="0">
                <a:solidFill>
                  <a:srgbClr val="10243A"/>
                </a:solidFill>
                <a:latin typeface="Liberation Sans"/>
                <a:ea typeface="Liberation Sans"/>
                <a:cs typeface="Liberation Sans"/>
              </a:defRPr>
            </a:lvl1pPr>
            <a:lvl2pPr algn="l">
              <a:defRPr sz="1875" b="1" i="0">
                <a:solidFill>
                  <a:srgbClr val="10243A"/>
                </a:solidFill>
                <a:latin typeface="Liberation Sans"/>
                <a:ea typeface="Liberation Sans"/>
                <a:cs typeface="Liberation Sans"/>
              </a:defRPr>
            </a:lvl2pPr>
            <a:lvl3pPr algn="l">
              <a:defRPr sz="1875" b="1" i="0">
                <a:solidFill>
                  <a:srgbClr val="10243A"/>
                </a:solidFill>
                <a:latin typeface="Liberation Sans"/>
                <a:ea typeface="Liberation Sans"/>
                <a:cs typeface="Liberation Sans"/>
              </a:defRPr>
            </a:lvl3pPr>
            <a:lvl4pPr algn="l">
              <a:defRPr sz="1875" b="1" i="0">
                <a:solidFill>
                  <a:srgbClr val="10243A"/>
                </a:solidFill>
                <a:latin typeface="Liberation Sans"/>
                <a:ea typeface="Liberation Sans"/>
                <a:cs typeface="Liberation Sans"/>
              </a:defRPr>
            </a:lvl4pPr>
            <a:lvl5pPr algn="l">
              <a:defRPr sz="1875" b="1" i="0">
                <a:solidFill>
                  <a:srgbClr val="10243A"/>
                </a:solidFill>
                <a:latin typeface="Liberation Sans"/>
                <a:ea typeface="Liberation Sans"/>
                <a:cs typeface="Liberation Sans"/>
              </a:defRPr>
            </a:lvl5pPr>
            <a:lvl6pPr algn="l">
              <a:defRPr sz="1875" b="1" i="0">
                <a:solidFill>
                  <a:srgbClr val="10243A"/>
                </a:solidFill>
                <a:latin typeface="Liberation Sans"/>
                <a:ea typeface="Liberation Sans"/>
                <a:cs typeface="Liberation Sans"/>
              </a:defRPr>
            </a:lvl6pPr>
            <a:lvl7pPr algn="l">
              <a:defRPr sz="1875" b="1" i="0">
                <a:solidFill>
                  <a:srgbClr val="10243A"/>
                </a:solidFill>
                <a:latin typeface="Liberation Sans"/>
                <a:ea typeface="Liberation Sans"/>
                <a:cs typeface="Liberation Sans"/>
              </a:defRPr>
            </a:lvl7pPr>
            <a:lvl8pPr algn="l">
              <a:defRPr sz="1875" b="1" i="0">
                <a:solidFill>
                  <a:srgbClr val="10243A"/>
                </a:solidFill>
                <a:latin typeface="Liberation Sans"/>
                <a:ea typeface="Liberation Sans"/>
                <a:cs typeface="Liberation Sans"/>
              </a:defRPr>
            </a:lvl8pPr>
            <a:lvl9pPr algn="l">
              <a:defRPr sz="1875" b="1" i="0">
                <a:solidFill>
                  <a:srgbClr val="10243A"/>
                </a:solidFill>
                <a:latin typeface="Liberation Sans"/>
                <a:ea typeface="Liberation Sans"/>
                <a:cs typeface="Liberation Sans"/>
              </a:defRPr>
            </a:lvl9pPr>
          </a:lstStyle>
          <a:p xmlns:a="http://schemas.openxmlformats.org/drawingml/2006/main">
            <a:pPr algn="l">
              <a:defRPr sz="1875" b="1" i="0">
                <a:solidFill>
                  <a:srgbClr val="10243A"/>
                </a:solidFill>
                <a:latin typeface="Liberation Sans"/>
                <a:ea typeface="Liberation Sans"/>
                <a:cs typeface="Liberation Sans"/>
              </a:defRPr>
            </a:pPr>
            <a:r>
              <a:rPr sz="1875" b="1" i="0">
                <a:solidFill>
                  <a:srgbClr val="10243A"/>
                </a:solidFill>
                <a:latin typeface="Liberation Sans"/>
                <a:ea typeface="Liberation Sans"/>
                <a:cs typeface="Liberation Sans"/>
              </a:rPr>
              <a:t>Work with strings</a:t>
            </a:r>
          </a:p>
        </p:txBody>
      </p:sp>
      <p:sp>
        <p:nvSpPr>
          <p:cNvPr id="17" name="">
            <a:extLst xmlns:a="http://schemas.openxmlformats.org/drawingml/2006/main">
              <a:ext uri="{FF2B5EF4-FFF2-40B4-BE49-F238E27FC236}">
                <a16:creationId xmlns:a16="http://schemas.microsoft.com/office/drawing/2014/main" id="{7C082914-52DF-4FB8-93B5-A84F83B133D5}"/>
              </a:ext>
            </a:extLst>
          </p:cNvPr>
          <p:cNvSpPr>
            <a:spLocks xmlns:a="http://schemas.openxmlformats.org/drawingml/2006/main" noGrp="1"/>
          </p:cNvSpPr>
          <p:nvPr/>
        </p:nvSpPr>
        <p:spPr>
          <a:xfrm xmlns:a="http://schemas.openxmlformats.org/drawingml/2006/main">
            <a:off x="4095750" y="3790950"/>
            <a:ext cx="7191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182B45"/>
                </a:solidFill>
                <a:latin typeface="Liberation Sans"/>
                <a:ea typeface="Liberation Sans"/>
                <a:cs typeface="Liberation Sans"/>
              </a:defRPr>
            </a:defPPr>
            <a:lvl1pPr algn="l">
              <a:defRPr sz="1575" b="0" i="0">
                <a:solidFill>
                  <a:srgbClr val="182B45"/>
                </a:solidFill>
                <a:latin typeface="Liberation Sans"/>
                <a:ea typeface="Liberation Sans"/>
                <a:cs typeface="Liberation Sans"/>
              </a:defRPr>
            </a:lvl1pPr>
            <a:lvl2pPr algn="l">
              <a:defRPr sz="1575" b="0" i="0">
                <a:solidFill>
                  <a:srgbClr val="182B45"/>
                </a:solidFill>
                <a:latin typeface="Liberation Sans"/>
                <a:ea typeface="Liberation Sans"/>
                <a:cs typeface="Liberation Sans"/>
              </a:defRPr>
            </a:lvl2pPr>
            <a:lvl3pPr algn="l">
              <a:defRPr sz="1575" b="0" i="0">
                <a:solidFill>
                  <a:srgbClr val="182B45"/>
                </a:solidFill>
                <a:latin typeface="Liberation Sans"/>
                <a:ea typeface="Liberation Sans"/>
                <a:cs typeface="Liberation Sans"/>
              </a:defRPr>
            </a:lvl3pPr>
            <a:lvl4pPr algn="l">
              <a:defRPr sz="1575" b="0" i="0">
                <a:solidFill>
                  <a:srgbClr val="182B45"/>
                </a:solidFill>
                <a:latin typeface="Liberation Sans"/>
                <a:ea typeface="Liberation Sans"/>
                <a:cs typeface="Liberation Sans"/>
              </a:defRPr>
            </a:lvl4pPr>
            <a:lvl5pPr algn="l">
              <a:defRPr sz="1575" b="0" i="0">
                <a:solidFill>
                  <a:srgbClr val="182B45"/>
                </a:solidFill>
                <a:latin typeface="Liberation Sans"/>
                <a:ea typeface="Liberation Sans"/>
                <a:cs typeface="Liberation Sans"/>
              </a:defRPr>
            </a:lvl5pPr>
            <a:lvl6pPr algn="l">
              <a:defRPr sz="1575" b="0" i="0">
                <a:solidFill>
                  <a:srgbClr val="182B45"/>
                </a:solidFill>
                <a:latin typeface="Liberation Sans"/>
                <a:ea typeface="Liberation Sans"/>
                <a:cs typeface="Liberation Sans"/>
              </a:defRPr>
            </a:lvl6pPr>
            <a:lvl7pPr algn="l">
              <a:defRPr sz="1575" b="0" i="0">
                <a:solidFill>
                  <a:srgbClr val="182B45"/>
                </a:solidFill>
                <a:latin typeface="Liberation Sans"/>
                <a:ea typeface="Liberation Sans"/>
                <a:cs typeface="Liberation Sans"/>
              </a:defRPr>
            </a:lvl7pPr>
            <a:lvl8pPr algn="l">
              <a:defRPr sz="1575" b="0" i="0">
                <a:solidFill>
                  <a:srgbClr val="182B45"/>
                </a:solidFill>
                <a:latin typeface="Liberation Sans"/>
                <a:ea typeface="Liberation Sans"/>
                <a:cs typeface="Liberation Sans"/>
              </a:defRPr>
            </a:lvl8pPr>
            <a:lvl9pPr algn="l">
              <a:defRPr sz="1575" b="0" i="0">
                <a:solidFill>
                  <a:srgbClr val="182B45"/>
                </a:solidFill>
                <a:latin typeface="Liberation Sans"/>
                <a:ea typeface="Liberation Sans"/>
                <a:cs typeface="Liberation Sans"/>
              </a:defRPr>
            </a:lvl9pPr>
          </a:lstStyle>
          <a:p xmlns:a="http://schemas.openxmlformats.org/drawingml/2006/main">
            <a:pPr algn="l">
              <a:defRPr sz="1575" b="0" i="0">
                <a:solidFill>
                  <a:srgbClr val="182B45"/>
                </a:solidFill>
                <a:latin typeface="Liberation Sans"/>
                <a:ea typeface="Liberation Sans"/>
                <a:cs typeface="Liberation Sans"/>
              </a:defRPr>
            </a:pPr>
            <a:r>
              <a:rPr sz="1575" b="0" i="0">
                <a:solidFill>
                  <a:srgbClr val="182B45"/>
                </a:solidFill>
                <a:latin typeface="Liberation Sans"/>
                <a:ea typeface="Liberation Sans"/>
                <a:cs typeface="Liberation Sans"/>
              </a:rPr>
              <a:t>Use String methods to inspect, separate, and clean review text.</a:t>
            </a:r>
          </a:p>
        </p:txBody>
      </p:sp>
      <p:sp>
        <p:nvSpPr>
          <p:cNvPr id="18" name="">
            <a:extLst xmlns:a="http://schemas.openxmlformats.org/drawingml/2006/main">
              <a:ext uri="{FF2B5EF4-FFF2-40B4-BE49-F238E27FC236}">
                <a16:creationId xmlns:a16="http://schemas.microsoft.com/office/drawing/2014/main" id="{37F43CA2-7931-4C0A-9445-6B57DE758CF9}"/>
              </a:ext>
            </a:extLst>
          </p:cNvPr>
          <p:cNvSpPr>
            <a:spLocks xmlns:a="http://schemas.openxmlformats.org/drawingml/2006/main" noGrp="1"/>
          </p:cNvSpPr>
          <p:nvPr/>
        </p:nvSpPr>
        <p:spPr>
          <a:xfrm xmlns:a="http://schemas.openxmlformats.org/drawingml/2006/main">
            <a:off x="1600200" y="4324350"/>
            <a:ext cx="9715500" cy="9525"/>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A7927F9-6680-4D9E-8A24-E2E9C63CA209}"/>
              </a:ext>
            </a:extLst>
          </p:cNvPr>
          <p:cNvSpPr>
            <a:spLocks xmlns:a="http://schemas.openxmlformats.org/drawingml/2006/main" noGrp="1"/>
          </p:cNvSpPr>
          <p:nvPr/>
        </p:nvSpPr>
        <p:spPr>
          <a:xfrm xmlns:a="http://schemas.openxmlformats.org/drawingml/2006/main">
            <a:off x="762000" y="48577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E6864A"/>
                </a:solidFill>
                <a:latin typeface="Liberation Sans"/>
                <a:ea typeface="Liberation Sans"/>
                <a:cs typeface="Liberation Sans"/>
              </a:defRPr>
            </a:defPPr>
            <a:lvl1pPr algn="l">
              <a:defRPr sz="1650" b="1" i="0">
                <a:solidFill>
                  <a:srgbClr val="E6864A"/>
                </a:solidFill>
                <a:latin typeface="Liberation Sans"/>
                <a:ea typeface="Liberation Sans"/>
                <a:cs typeface="Liberation Sans"/>
              </a:defRPr>
            </a:lvl1pPr>
            <a:lvl2pPr algn="l">
              <a:defRPr sz="1650" b="1" i="0">
                <a:solidFill>
                  <a:srgbClr val="E6864A"/>
                </a:solidFill>
                <a:latin typeface="Liberation Sans"/>
                <a:ea typeface="Liberation Sans"/>
                <a:cs typeface="Liberation Sans"/>
              </a:defRPr>
            </a:lvl2pPr>
            <a:lvl3pPr algn="l">
              <a:defRPr sz="1650" b="1" i="0">
                <a:solidFill>
                  <a:srgbClr val="E6864A"/>
                </a:solidFill>
                <a:latin typeface="Liberation Sans"/>
                <a:ea typeface="Liberation Sans"/>
                <a:cs typeface="Liberation Sans"/>
              </a:defRPr>
            </a:lvl3pPr>
            <a:lvl4pPr algn="l">
              <a:defRPr sz="1650" b="1" i="0">
                <a:solidFill>
                  <a:srgbClr val="E6864A"/>
                </a:solidFill>
                <a:latin typeface="Liberation Sans"/>
                <a:ea typeface="Liberation Sans"/>
                <a:cs typeface="Liberation Sans"/>
              </a:defRPr>
            </a:lvl4pPr>
            <a:lvl5pPr algn="l">
              <a:defRPr sz="1650" b="1" i="0">
                <a:solidFill>
                  <a:srgbClr val="E6864A"/>
                </a:solidFill>
                <a:latin typeface="Liberation Sans"/>
                <a:ea typeface="Liberation Sans"/>
                <a:cs typeface="Liberation Sans"/>
              </a:defRPr>
            </a:lvl5pPr>
            <a:lvl6pPr algn="l">
              <a:defRPr sz="1650" b="1" i="0">
                <a:solidFill>
                  <a:srgbClr val="E6864A"/>
                </a:solidFill>
                <a:latin typeface="Liberation Sans"/>
                <a:ea typeface="Liberation Sans"/>
                <a:cs typeface="Liberation Sans"/>
              </a:defRPr>
            </a:lvl6pPr>
            <a:lvl7pPr algn="l">
              <a:defRPr sz="1650" b="1" i="0">
                <a:solidFill>
                  <a:srgbClr val="E6864A"/>
                </a:solidFill>
                <a:latin typeface="Liberation Sans"/>
                <a:ea typeface="Liberation Sans"/>
                <a:cs typeface="Liberation Sans"/>
              </a:defRPr>
            </a:lvl7pPr>
            <a:lvl8pPr algn="l">
              <a:defRPr sz="1650" b="1" i="0">
                <a:solidFill>
                  <a:srgbClr val="E6864A"/>
                </a:solidFill>
                <a:latin typeface="Liberation Sans"/>
                <a:ea typeface="Liberation Sans"/>
                <a:cs typeface="Liberation Sans"/>
              </a:defRPr>
            </a:lvl8pPr>
            <a:lvl9pPr algn="l">
              <a:defRPr sz="1650" b="1" i="0">
                <a:solidFill>
                  <a:srgbClr val="E6864A"/>
                </a:solidFill>
                <a:latin typeface="Liberation Sans"/>
                <a:ea typeface="Liberation Sans"/>
                <a:cs typeface="Liberation Sans"/>
              </a:defRPr>
            </a:lvl9pPr>
          </a:lstStyle>
          <a:p xmlns:a="http://schemas.openxmlformats.org/drawingml/2006/main">
            <a:pPr algn="l">
              <a:defRPr sz="1650" b="1" i="0">
                <a:solidFill>
                  <a:srgbClr val="E6864A"/>
                </a:solidFill>
                <a:latin typeface="Liberation Sans"/>
                <a:ea typeface="Liberation Sans"/>
                <a:cs typeface="Liberation Sans"/>
              </a:defRPr>
            </a:pPr>
            <a:r>
              <a:rPr sz="1650" b="1" i="0">
                <a:solidFill>
                  <a:srgbClr val="E6864A"/>
                </a:solidFill>
                <a:latin typeface="Liberation Sans"/>
                <a:ea typeface="Liberation Sans"/>
                <a:cs typeface="Liberation Sans"/>
              </a:rPr>
              <a:t>04</a:t>
            </a:r>
          </a:p>
        </p:txBody>
      </p:sp>
      <p:sp>
        <p:nvSpPr>
          <p:cNvPr id="20" name="">
            <a:extLst xmlns:a="http://schemas.openxmlformats.org/drawingml/2006/main">
              <a:ext uri="{FF2B5EF4-FFF2-40B4-BE49-F238E27FC236}">
                <a16:creationId xmlns:a16="http://schemas.microsoft.com/office/drawing/2014/main" id="{C4B8E21F-2762-4803-8642-4B57BFBC9A0A}"/>
              </a:ext>
            </a:extLst>
          </p:cNvPr>
          <p:cNvSpPr>
            <a:spLocks xmlns:a="http://schemas.openxmlformats.org/drawingml/2006/main" noGrp="1"/>
          </p:cNvSpPr>
          <p:nvPr/>
        </p:nvSpPr>
        <p:spPr>
          <a:xfrm xmlns:a="http://schemas.openxmlformats.org/drawingml/2006/main">
            <a:off x="1600200" y="48577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i="0">
                <a:solidFill>
                  <a:srgbClr val="10243A"/>
                </a:solidFill>
                <a:latin typeface="Liberation Sans"/>
                <a:ea typeface="Liberation Sans"/>
                <a:cs typeface="Liberation Sans"/>
              </a:defRPr>
            </a:defPPr>
            <a:lvl1pPr algn="l">
              <a:defRPr sz="1875" b="1" i="0">
                <a:solidFill>
                  <a:srgbClr val="10243A"/>
                </a:solidFill>
                <a:latin typeface="Liberation Sans"/>
                <a:ea typeface="Liberation Sans"/>
                <a:cs typeface="Liberation Sans"/>
              </a:defRPr>
            </a:lvl1pPr>
            <a:lvl2pPr algn="l">
              <a:defRPr sz="1875" b="1" i="0">
                <a:solidFill>
                  <a:srgbClr val="10243A"/>
                </a:solidFill>
                <a:latin typeface="Liberation Sans"/>
                <a:ea typeface="Liberation Sans"/>
                <a:cs typeface="Liberation Sans"/>
              </a:defRPr>
            </a:lvl2pPr>
            <a:lvl3pPr algn="l">
              <a:defRPr sz="1875" b="1" i="0">
                <a:solidFill>
                  <a:srgbClr val="10243A"/>
                </a:solidFill>
                <a:latin typeface="Liberation Sans"/>
                <a:ea typeface="Liberation Sans"/>
                <a:cs typeface="Liberation Sans"/>
              </a:defRPr>
            </a:lvl3pPr>
            <a:lvl4pPr algn="l">
              <a:defRPr sz="1875" b="1" i="0">
                <a:solidFill>
                  <a:srgbClr val="10243A"/>
                </a:solidFill>
                <a:latin typeface="Liberation Sans"/>
                <a:ea typeface="Liberation Sans"/>
                <a:cs typeface="Liberation Sans"/>
              </a:defRPr>
            </a:lvl4pPr>
            <a:lvl5pPr algn="l">
              <a:defRPr sz="1875" b="1" i="0">
                <a:solidFill>
                  <a:srgbClr val="10243A"/>
                </a:solidFill>
                <a:latin typeface="Liberation Sans"/>
                <a:ea typeface="Liberation Sans"/>
                <a:cs typeface="Liberation Sans"/>
              </a:defRPr>
            </a:lvl5pPr>
            <a:lvl6pPr algn="l">
              <a:defRPr sz="1875" b="1" i="0">
                <a:solidFill>
                  <a:srgbClr val="10243A"/>
                </a:solidFill>
                <a:latin typeface="Liberation Sans"/>
                <a:ea typeface="Liberation Sans"/>
                <a:cs typeface="Liberation Sans"/>
              </a:defRPr>
            </a:lvl6pPr>
            <a:lvl7pPr algn="l">
              <a:defRPr sz="1875" b="1" i="0">
                <a:solidFill>
                  <a:srgbClr val="10243A"/>
                </a:solidFill>
                <a:latin typeface="Liberation Sans"/>
                <a:ea typeface="Liberation Sans"/>
                <a:cs typeface="Liberation Sans"/>
              </a:defRPr>
            </a:lvl7pPr>
            <a:lvl8pPr algn="l">
              <a:defRPr sz="1875" b="1" i="0">
                <a:solidFill>
                  <a:srgbClr val="10243A"/>
                </a:solidFill>
                <a:latin typeface="Liberation Sans"/>
                <a:ea typeface="Liberation Sans"/>
                <a:cs typeface="Liberation Sans"/>
              </a:defRPr>
            </a:lvl8pPr>
            <a:lvl9pPr algn="l">
              <a:defRPr sz="1875" b="1" i="0">
                <a:solidFill>
                  <a:srgbClr val="10243A"/>
                </a:solidFill>
                <a:latin typeface="Liberation Sans"/>
                <a:ea typeface="Liberation Sans"/>
                <a:cs typeface="Liberation Sans"/>
              </a:defRPr>
            </a:lvl9pPr>
          </a:lstStyle>
          <a:p xmlns:a="http://schemas.openxmlformats.org/drawingml/2006/main">
            <a:pPr algn="l">
              <a:defRPr sz="1875" b="1" i="0">
                <a:solidFill>
                  <a:srgbClr val="10243A"/>
                </a:solidFill>
                <a:latin typeface="Liberation Sans"/>
                <a:ea typeface="Liberation Sans"/>
                <a:cs typeface="Liberation Sans"/>
              </a:defRPr>
            </a:pPr>
            <a:r>
              <a:rPr sz="1875" b="1" i="0">
                <a:solidFill>
                  <a:srgbClr val="10243A"/>
                </a:solidFill>
                <a:latin typeface="Liberation Sans"/>
                <a:ea typeface="Liberation Sans"/>
                <a:cs typeface="Liberation Sans"/>
              </a:rPr>
              <a:t>Use the score</a:t>
            </a:r>
          </a:p>
        </p:txBody>
      </p:sp>
      <p:sp>
        <p:nvSpPr>
          <p:cNvPr id="21" name="">
            <a:extLst xmlns:a="http://schemas.openxmlformats.org/drawingml/2006/main">
              <a:ext uri="{FF2B5EF4-FFF2-40B4-BE49-F238E27FC236}">
                <a16:creationId xmlns:a16="http://schemas.microsoft.com/office/drawing/2014/main" id="{24DFED32-2DC1-4ED2-B7D7-2EC2E29EC5FE}"/>
              </a:ext>
            </a:extLst>
          </p:cNvPr>
          <p:cNvSpPr>
            <a:spLocks xmlns:a="http://schemas.openxmlformats.org/drawingml/2006/main" noGrp="1"/>
          </p:cNvSpPr>
          <p:nvPr/>
        </p:nvSpPr>
        <p:spPr>
          <a:xfrm xmlns:a="http://schemas.openxmlformats.org/drawingml/2006/main">
            <a:off x="4095750" y="4857750"/>
            <a:ext cx="7191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182B45"/>
                </a:solidFill>
                <a:latin typeface="Liberation Sans"/>
                <a:ea typeface="Liberation Sans"/>
                <a:cs typeface="Liberation Sans"/>
              </a:defRPr>
            </a:defPPr>
            <a:lvl1pPr algn="l">
              <a:defRPr sz="1575" b="0" i="0">
                <a:solidFill>
                  <a:srgbClr val="182B45"/>
                </a:solidFill>
                <a:latin typeface="Liberation Sans"/>
                <a:ea typeface="Liberation Sans"/>
                <a:cs typeface="Liberation Sans"/>
              </a:defRPr>
            </a:lvl1pPr>
            <a:lvl2pPr algn="l">
              <a:defRPr sz="1575" b="0" i="0">
                <a:solidFill>
                  <a:srgbClr val="182B45"/>
                </a:solidFill>
                <a:latin typeface="Liberation Sans"/>
                <a:ea typeface="Liberation Sans"/>
                <a:cs typeface="Liberation Sans"/>
              </a:defRPr>
            </a:lvl2pPr>
            <a:lvl3pPr algn="l">
              <a:defRPr sz="1575" b="0" i="0">
                <a:solidFill>
                  <a:srgbClr val="182B45"/>
                </a:solidFill>
                <a:latin typeface="Liberation Sans"/>
                <a:ea typeface="Liberation Sans"/>
                <a:cs typeface="Liberation Sans"/>
              </a:defRPr>
            </a:lvl3pPr>
            <a:lvl4pPr algn="l">
              <a:defRPr sz="1575" b="0" i="0">
                <a:solidFill>
                  <a:srgbClr val="182B45"/>
                </a:solidFill>
                <a:latin typeface="Liberation Sans"/>
                <a:ea typeface="Liberation Sans"/>
                <a:cs typeface="Liberation Sans"/>
              </a:defRPr>
            </a:lvl4pPr>
            <a:lvl5pPr algn="l">
              <a:defRPr sz="1575" b="0" i="0">
                <a:solidFill>
                  <a:srgbClr val="182B45"/>
                </a:solidFill>
                <a:latin typeface="Liberation Sans"/>
                <a:ea typeface="Liberation Sans"/>
                <a:cs typeface="Liberation Sans"/>
              </a:defRPr>
            </a:lvl5pPr>
            <a:lvl6pPr algn="l">
              <a:defRPr sz="1575" b="0" i="0">
                <a:solidFill>
                  <a:srgbClr val="182B45"/>
                </a:solidFill>
                <a:latin typeface="Liberation Sans"/>
                <a:ea typeface="Liberation Sans"/>
                <a:cs typeface="Liberation Sans"/>
              </a:defRPr>
            </a:lvl6pPr>
            <a:lvl7pPr algn="l">
              <a:defRPr sz="1575" b="0" i="0">
                <a:solidFill>
                  <a:srgbClr val="182B45"/>
                </a:solidFill>
                <a:latin typeface="Liberation Sans"/>
                <a:ea typeface="Liberation Sans"/>
                <a:cs typeface="Liberation Sans"/>
              </a:defRPr>
            </a:lvl7pPr>
            <a:lvl8pPr algn="l">
              <a:defRPr sz="1575" b="0" i="0">
                <a:solidFill>
                  <a:srgbClr val="182B45"/>
                </a:solidFill>
                <a:latin typeface="Liberation Sans"/>
                <a:ea typeface="Liberation Sans"/>
                <a:cs typeface="Liberation Sans"/>
              </a:defRPr>
            </a:lvl8pPr>
            <a:lvl9pPr algn="l">
              <a:defRPr sz="1575" b="0" i="0">
                <a:solidFill>
                  <a:srgbClr val="182B45"/>
                </a:solidFill>
                <a:latin typeface="Liberation Sans"/>
                <a:ea typeface="Liberation Sans"/>
                <a:cs typeface="Liberation Sans"/>
              </a:defRPr>
            </a:lvl9pPr>
          </a:lstStyle>
          <a:p xmlns:a="http://schemas.openxmlformats.org/drawingml/2006/main">
            <a:pPr algn="l">
              <a:defRPr sz="1575" b="0" i="0">
                <a:solidFill>
                  <a:srgbClr val="182B45"/>
                </a:solidFill>
                <a:latin typeface="Liberation Sans"/>
                <a:ea typeface="Liberation Sans"/>
                <a:cs typeface="Liberation Sans"/>
              </a:defRPr>
            </a:pPr>
            <a:r>
              <a:rPr sz="1575" b="0" i="0">
                <a:solidFill>
                  <a:srgbClr val="182B45"/>
                </a:solidFill>
                <a:latin typeface="Liberation Sans"/>
                <a:ea typeface="Liberation Sans"/>
                <a:cs typeface="Liberation Sans"/>
              </a:rPr>
              <a:t>Conditionals classify tone; iteration processes words and reviews.</a:t>
            </a:r>
          </a:p>
        </p:txBody>
      </p:sp>
      <p:sp>
        <p:nvSpPr>
          <p:cNvPr id="22" name="">
            <a:extLst xmlns:a="http://schemas.openxmlformats.org/drawingml/2006/main">
              <a:ext uri="{FF2B5EF4-FFF2-40B4-BE49-F238E27FC236}">
                <a16:creationId xmlns:a16="http://schemas.microsoft.com/office/drawing/2014/main" id="{870738AC-F8C7-44CF-8CE7-CB2C08F1439B}"/>
              </a:ext>
            </a:extLst>
          </p:cNvPr>
          <p:cNvSpPr>
            <a:spLocks xmlns:a="http://schemas.openxmlformats.org/drawingml/2006/main" noGrp="1"/>
          </p:cNvSpPr>
          <p:nvPr/>
        </p:nvSpPr>
        <p:spPr>
          <a:xfrm xmlns:a="http://schemas.openxmlformats.org/drawingml/2006/main">
            <a:off x="1600200" y="5391150"/>
            <a:ext cx="9715500" cy="9525"/>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Tree>
    <p:extLst>
      <p:ext uri="{BB962C8B-B14F-4D97-AF65-F5344CB8AC3E}">
        <p14:creationId xmlns:p14="http://schemas.microsoft.com/office/powerpoint/2010/main" val="1558163172"/>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465381A-357E-439C-B172-28A4E3DE26E9}"/>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34877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835B779-588F-4862-BA59-31271469D28B}"/>
              </a:ext>
            </a:extLst>
          </p:cNvPr>
          <p:cNvSpPr>
            <a:spLocks xmlns:a="http://schemas.openxmlformats.org/drawingml/2006/main" noGrp="1"/>
          </p:cNvSpPr>
          <p:nvPr/>
        </p:nvSpPr>
        <p:spPr>
          <a:xfrm xmlns:a="http://schemas.openxmlformats.org/drawingml/2006/main">
            <a:off x="685800" y="457200"/>
            <a:ext cx="1076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i="0">
                <a:solidFill>
                  <a:srgbClr val="10243A"/>
                </a:solidFill>
                <a:latin typeface="Liberation Sans"/>
                <a:ea typeface="Liberation Sans"/>
                <a:cs typeface="Liberation Sans"/>
              </a:defRPr>
            </a:defPPr>
            <a:lvl1pPr algn="l">
              <a:defRPr sz="2850" b="1" i="0">
                <a:solidFill>
                  <a:srgbClr val="10243A"/>
                </a:solidFill>
                <a:latin typeface="Liberation Sans"/>
                <a:ea typeface="Liberation Sans"/>
                <a:cs typeface="Liberation Sans"/>
              </a:defRPr>
            </a:lvl1pPr>
            <a:lvl2pPr algn="l">
              <a:defRPr sz="2850" b="1" i="0">
                <a:solidFill>
                  <a:srgbClr val="10243A"/>
                </a:solidFill>
                <a:latin typeface="Liberation Sans"/>
                <a:ea typeface="Liberation Sans"/>
                <a:cs typeface="Liberation Sans"/>
              </a:defRPr>
            </a:lvl2pPr>
            <a:lvl3pPr algn="l">
              <a:defRPr sz="2850" b="1" i="0">
                <a:solidFill>
                  <a:srgbClr val="10243A"/>
                </a:solidFill>
                <a:latin typeface="Liberation Sans"/>
                <a:ea typeface="Liberation Sans"/>
                <a:cs typeface="Liberation Sans"/>
              </a:defRPr>
            </a:lvl3pPr>
            <a:lvl4pPr algn="l">
              <a:defRPr sz="2850" b="1" i="0">
                <a:solidFill>
                  <a:srgbClr val="10243A"/>
                </a:solidFill>
                <a:latin typeface="Liberation Sans"/>
                <a:ea typeface="Liberation Sans"/>
                <a:cs typeface="Liberation Sans"/>
              </a:defRPr>
            </a:lvl4pPr>
            <a:lvl5pPr algn="l">
              <a:defRPr sz="2850" b="1" i="0">
                <a:solidFill>
                  <a:srgbClr val="10243A"/>
                </a:solidFill>
                <a:latin typeface="Liberation Sans"/>
                <a:ea typeface="Liberation Sans"/>
                <a:cs typeface="Liberation Sans"/>
              </a:defRPr>
            </a:lvl5pPr>
            <a:lvl6pPr algn="l">
              <a:defRPr sz="2850" b="1" i="0">
                <a:solidFill>
                  <a:srgbClr val="10243A"/>
                </a:solidFill>
                <a:latin typeface="Liberation Sans"/>
                <a:ea typeface="Liberation Sans"/>
                <a:cs typeface="Liberation Sans"/>
              </a:defRPr>
            </a:lvl6pPr>
            <a:lvl7pPr algn="l">
              <a:defRPr sz="2850" b="1" i="0">
                <a:solidFill>
                  <a:srgbClr val="10243A"/>
                </a:solidFill>
                <a:latin typeface="Liberation Sans"/>
                <a:ea typeface="Liberation Sans"/>
                <a:cs typeface="Liberation Sans"/>
              </a:defRPr>
            </a:lvl7pPr>
            <a:lvl8pPr algn="l">
              <a:defRPr sz="2850" b="1" i="0">
                <a:solidFill>
                  <a:srgbClr val="10243A"/>
                </a:solidFill>
                <a:latin typeface="Liberation Sans"/>
                <a:ea typeface="Liberation Sans"/>
                <a:cs typeface="Liberation Sans"/>
              </a:defRPr>
            </a:lvl8pPr>
            <a:lvl9pPr algn="l">
              <a:defRPr sz="2850" b="1" i="0">
                <a:solidFill>
                  <a:srgbClr val="10243A"/>
                </a:solidFill>
                <a:latin typeface="Liberation Sans"/>
                <a:ea typeface="Liberation Sans"/>
                <a:cs typeface="Liberation Sans"/>
              </a:defRPr>
            </a:lvl9pPr>
          </a:lstStyle>
          <a:p xmlns:a="http://schemas.openxmlformats.org/drawingml/2006/main">
            <a:pPr algn="l">
              <a:defRPr sz="2850" b="1" i="0">
                <a:solidFill>
                  <a:srgbClr val="10243A"/>
                </a:solidFill>
                <a:latin typeface="Liberation Sans"/>
                <a:ea typeface="Liberation Sans"/>
                <a:cs typeface="Liberation Sans"/>
              </a:defRPr>
            </a:pPr>
            <a:r>
              <a:rPr sz="2850" b="1" i="0">
                <a:solidFill>
                  <a:srgbClr val="10243A"/>
                </a:solidFill>
                <a:latin typeface="Liberation Sans"/>
                <a:ea typeface="Liberation Sans"/>
                <a:cs typeface="Liberation Sans"/>
              </a:rPr>
              <a:t>How word scores become a review score</a:t>
            </a:r>
          </a:p>
        </p:txBody>
      </p:sp>
      <p:sp>
        <p:nvSpPr>
          <p:cNvPr id="3" name="">
            <a:extLst xmlns:a="http://schemas.openxmlformats.org/drawingml/2006/main">
              <a:ext uri="{FF2B5EF4-FFF2-40B4-BE49-F238E27FC236}">
                <a16:creationId xmlns:a16="http://schemas.microsoft.com/office/drawing/2014/main" id="{0B913113-09CA-48B3-9787-44D3915A88AC}"/>
              </a:ext>
            </a:extLst>
          </p:cNvPr>
          <p:cNvSpPr>
            <a:spLocks xmlns:a="http://schemas.openxmlformats.org/drawingml/2006/main" noGrp="1"/>
          </p:cNvSpPr>
          <p:nvPr/>
        </p:nvSpPr>
        <p:spPr>
          <a:xfrm xmlns:a="http://schemas.openxmlformats.org/drawingml/2006/main">
            <a:off x="704850" y="105727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536579"/>
                </a:solidFill>
                <a:latin typeface="Liberation Sans"/>
                <a:ea typeface="Liberation Sans"/>
                <a:cs typeface="Liberation Sans"/>
              </a:defRPr>
            </a:defPPr>
            <a:lvl1pPr algn="l">
              <a:defRPr sz="1425" b="0" i="0">
                <a:solidFill>
                  <a:srgbClr val="536579"/>
                </a:solidFill>
                <a:latin typeface="Liberation Sans"/>
                <a:ea typeface="Liberation Sans"/>
                <a:cs typeface="Liberation Sans"/>
              </a:defRPr>
            </a:lvl1pPr>
            <a:lvl2pPr algn="l">
              <a:defRPr sz="1425" b="0" i="0">
                <a:solidFill>
                  <a:srgbClr val="536579"/>
                </a:solidFill>
                <a:latin typeface="Liberation Sans"/>
                <a:ea typeface="Liberation Sans"/>
                <a:cs typeface="Liberation Sans"/>
              </a:defRPr>
            </a:lvl2pPr>
            <a:lvl3pPr algn="l">
              <a:defRPr sz="1425" b="0" i="0">
                <a:solidFill>
                  <a:srgbClr val="536579"/>
                </a:solidFill>
                <a:latin typeface="Liberation Sans"/>
                <a:ea typeface="Liberation Sans"/>
                <a:cs typeface="Liberation Sans"/>
              </a:defRPr>
            </a:lvl3pPr>
            <a:lvl4pPr algn="l">
              <a:defRPr sz="1425" b="0" i="0">
                <a:solidFill>
                  <a:srgbClr val="536579"/>
                </a:solidFill>
                <a:latin typeface="Liberation Sans"/>
                <a:ea typeface="Liberation Sans"/>
                <a:cs typeface="Liberation Sans"/>
              </a:defRPr>
            </a:lvl4pPr>
            <a:lvl5pPr algn="l">
              <a:defRPr sz="1425" b="0" i="0">
                <a:solidFill>
                  <a:srgbClr val="536579"/>
                </a:solidFill>
                <a:latin typeface="Liberation Sans"/>
                <a:ea typeface="Liberation Sans"/>
                <a:cs typeface="Liberation Sans"/>
              </a:defRPr>
            </a:lvl5pPr>
            <a:lvl6pPr algn="l">
              <a:defRPr sz="1425" b="0" i="0">
                <a:solidFill>
                  <a:srgbClr val="536579"/>
                </a:solidFill>
                <a:latin typeface="Liberation Sans"/>
                <a:ea typeface="Liberation Sans"/>
                <a:cs typeface="Liberation Sans"/>
              </a:defRPr>
            </a:lvl6pPr>
            <a:lvl7pPr algn="l">
              <a:defRPr sz="1425" b="0" i="0">
                <a:solidFill>
                  <a:srgbClr val="536579"/>
                </a:solidFill>
                <a:latin typeface="Liberation Sans"/>
                <a:ea typeface="Liberation Sans"/>
                <a:cs typeface="Liberation Sans"/>
              </a:defRPr>
            </a:lvl7pPr>
            <a:lvl8pPr algn="l">
              <a:defRPr sz="1425" b="0" i="0">
                <a:solidFill>
                  <a:srgbClr val="536579"/>
                </a:solidFill>
                <a:latin typeface="Liberation Sans"/>
                <a:ea typeface="Liberation Sans"/>
                <a:cs typeface="Liberation Sans"/>
              </a:defRPr>
            </a:lvl8pPr>
            <a:lvl9pPr algn="l">
              <a:defRPr sz="1425" b="0" i="0">
                <a:solidFill>
                  <a:srgbClr val="536579"/>
                </a:solidFill>
                <a:latin typeface="Liberation Sans"/>
                <a:ea typeface="Liberation Sans"/>
                <a:cs typeface="Liberation Sans"/>
              </a:defRPr>
            </a:lvl9pPr>
          </a:lstStyle>
          <a:p xmlns:a="http://schemas.openxmlformats.org/drawingml/2006/main">
            <a:pPr algn="l">
              <a:defRPr sz="1425" b="0" i="0">
                <a:solidFill>
                  <a:srgbClr val="536579"/>
                </a:solidFill>
                <a:latin typeface="Liberation Sans"/>
                <a:ea typeface="Liberation Sans"/>
                <a:cs typeface="Liberation Sans"/>
              </a:defRPr>
            </a:pPr>
            <a:r>
              <a:rPr sz="1425" b="0" i="0">
                <a:solidFill>
                  <a:srgbClr val="536579"/>
                </a:solidFill>
                <a:latin typeface="Liberation Sans"/>
                <a:ea typeface="Liberation Sans"/>
                <a:cs typeface="Liberation Sans"/>
              </a:rPr>
              <a:t>The program uses the supplied cleanSentiment.csv word-value file.</a:t>
            </a:r>
          </a:p>
        </p:txBody>
      </p:sp>
      <p:sp>
        <p:nvSpPr>
          <p:cNvPr id="4" name="">
            <a:extLst xmlns:a="http://schemas.openxmlformats.org/drawingml/2006/main">
              <a:ext uri="{FF2B5EF4-FFF2-40B4-BE49-F238E27FC236}">
                <a16:creationId xmlns:a16="http://schemas.microsoft.com/office/drawing/2014/main" id="{A0DBDAFB-E067-4E67-9C6E-1285E34336D3}"/>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898B650-C770-440A-978F-A7C295F354D1}"/>
              </a:ext>
            </a:extLst>
          </p:cNvPr>
          <p:cNvSpPr>
            <a:spLocks xmlns:a="http://schemas.openxmlformats.org/drawingml/2006/main" noGrp="1"/>
          </p:cNvSpPr>
          <p:nvPr/>
        </p:nvSpPr>
        <p:spPr>
          <a:xfrm xmlns:a="http://schemas.openxmlformats.org/drawingml/2006/main">
            <a:off x="685800" y="64579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0">
                <a:solidFill>
                  <a:srgbClr val="687783"/>
                </a:solidFill>
                <a:latin typeface="Liberation Sans"/>
                <a:ea typeface="Liberation Sans"/>
                <a:cs typeface="Liberation Sans"/>
              </a:defRPr>
            </a:defPPr>
            <a:lvl1pPr algn="l">
              <a:defRPr sz="1050" b="0" i="0">
                <a:solidFill>
                  <a:srgbClr val="687783"/>
                </a:solidFill>
                <a:latin typeface="Liberation Sans"/>
                <a:ea typeface="Liberation Sans"/>
                <a:cs typeface="Liberation Sans"/>
              </a:defRPr>
            </a:lvl1pPr>
            <a:lvl2pPr algn="l">
              <a:defRPr sz="1050" b="0" i="0">
                <a:solidFill>
                  <a:srgbClr val="687783"/>
                </a:solidFill>
                <a:latin typeface="Liberation Sans"/>
                <a:ea typeface="Liberation Sans"/>
                <a:cs typeface="Liberation Sans"/>
              </a:defRPr>
            </a:lvl2pPr>
            <a:lvl3pPr algn="l">
              <a:defRPr sz="1050" b="0" i="0">
                <a:solidFill>
                  <a:srgbClr val="687783"/>
                </a:solidFill>
                <a:latin typeface="Liberation Sans"/>
                <a:ea typeface="Liberation Sans"/>
                <a:cs typeface="Liberation Sans"/>
              </a:defRPr>
            </a:lvl3pPr>
            <a:lvl4pPr algn="l">
              <a:defRPr sz="1050" b="0" i="0">
                <a:solidFill>
                  <a:srgbClr val="687783"/>
                </a:solidFill>
                <a:latin typeface="Liberation Sans"/>
                <a:ea typeface="Liberation Sans"/>
                <a:cs typeface="Liberation Sans"/>
              </a:defRPr>
            </a:lvl4pPr>
            <a:lvl5pPr algn="l">
              <a:defRPr sz="1050" b="0" i="0">
                <a:solidFill>
                  <a:srgbClr val="687783"/>
                </a:solidFill>
                <a:latin typeface="Liberation Sans"/>
                <a:ea typeface="Liberation Sans"/>
                <a:cs typeface="Liberation Sans"/>
              </a:defRPr>
            </a:lvl5pPr>
            <a:lvl6pPr algn="l">
              <a:defRPr sz="1050" b="0" i="0">
                <a:solidFill>
                  <a:srgbClr val="687783"/>
                </a:solidFill>
                <a:latin typeface="Liberation Sans"/>
                <a:ea typeface="Liberation Sans"/>
                <a:cs typeface="Liberation Sans"/>
              </a:defRPr>
            </a:lvl6pPr>
            <a:lvl7pPr algn="l">
              <a:defRPr sz="1050" b="0" i="0">
                <a:solidFill>
                  <a:srgbClr val="687783"/>
                </a:solidFill>
                <a:latin typeface="Liberation Sans"/>
                <a:ea typeface="Liberation Sans"/>
                <a:cs typeface="Liberation Sans"/>
              </a:defRPr>
            </a:lvl7pPr>
            <a:lvl8pPr algn="l">
              <a:defRPr sz="1050" b="0" i="0">
                <a:solidFill>
                  <a:srgbClr val="687783"/>
                </a:solidFill>
                <a:latin typeface="Liberation Sans"/>
                <a:ea typeface="Liberation Sans"/>
                <a:cs typeface="Liberation Sans"/>
              </a:defRPr>
            </a:lvl8pPr>
            <a:lvl9pPr algn="l">
              <a:defRPr sz="1050" b="0" i="0">
                <a:solidFill>
                  <a:srgbClr val="687783"/>
                </a:solidFill>
                <a:latin typeface="Liberation Sans"/>
                <a:ea typeface="Liberation Sans"/>
                <a:cs typeface="Liberation Sans"/>
              </a:defRPr>
            </a:lvl9pPr>
          </a:lstStyle>
          <a:p xmlns:a="http://schemas.openxmlformats.org/drawingml/2006/main">
            <a:pPr algn="l">
              <a:defRPr sz="1050" b="0" i="0">
                <a:solidFill>
                  <a:srgbClr val="687783"/>
                </a:solidFill>
                <a:latin typeface="Liberation Sans"/>
                <a:ea typeface="Liberation Sans"/>
                <a:cs typeface="Liberation Sans"/>
              </a:defRPr>
            </a:pPr>
            <a:r>
              <a:rPr sz="1050" b="0" i="0">
                <a:solidFill>
                  <a:srgbClr val="687783"/>
                </a:solidFill>
                <a:latin typeface="Liberation Sans"/>
                <a:ea typeface="Liberation Sans"/>
                <a:cs typeface="Liberation Sans"/>
              </a:rPr>
              <a:t>Consumer Review Lab · Activity 5</a:t>
            </a:r>
          </a:p>
        </p:txBody>
      </p:sp>
      <p:sp>
        <p:nvSpPr>
          <p:cNvPr id="6" name="">
            <a:extLst xmlns:a="http://schemas.openxmlformats.org/drawingml/2006/main">
              <a:ext uri="{FF2B5EF4-FFF2-40B4-BE49-F238E27FC236}">
                <a16:creationId xmlns:a16="http://schemas.microsoft.com/office/drawing/2014/main" id="{462DD49D-8190-48C3-80EF-49E975617F5E}"/>
              </a:ext>
            </a:extLst>
          </p:cNvPr>
          <p:cNvSpPr>
            <a:spLocks xmlns:a="http://schemas.openxmlformats.org/drawingml/2006/main" noGrp="1"/>
          </p:cNvSpPr>
          <p:nvPr/>
        </p:nvSpPr>
        <p:spPr>
          <a:xfrm xmlns:a="http://schemas.openxmlformats.org/drawingml/2006/main">
            <a:off x="11106150" y="64389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0" i="0">
                <a:solidFill>
                  <a:srgbClr val="687783"/>
                </a:solidFill>
                <a:latin typeface="Liberation Sans"/>
                <a:ea typeface="Liberation Sans"/>
                <a:cs typeface="Liberation Sans"/>
              </a:defRPr>
            </a:defPPr>
            <a:lvl1pPr algn="r">
              <a:defRPr sz="1125" b="0" i="0">
                <a:solidFill>
                  <a:srgbClr val="687783"/>
                </a:solidFill>
                <a:latin typeface="Liberation Sans"/>
                <a:ea typeface="Liberation Sans"/>
                <a:cs typeface="Liberation Sans"/>
              </a:defRPr>
            </a:lvl1pPr>
            <a:lvl2pPr algn="r">
              <a:defRPr sz="1125" b="0" i="0">
                <a:solidFill>
                  <a:srgbClr val="687783"/>
                </a:solidFill>
                <a:latin typeface="Liberation Sans"/>
                <a:ea typeface="Liberation Sans"/>
                <a:cs typeface="Liberation Sans"/>
              </a:defRPr>
            </a:lvl2pPr>
            <a:lvl3pPr algn="r">
              <a:defRPr sz="1125" b="0" i="0">
                <a:solidFill>
                  <a:srgbClr val="687783"/>
                </a:solidFill>
                <a:latin typeface="Liberation Sans"/>
                <a:ea typeface="Liberation Sans"/>
                <a:cs typeface="Liberation Sans"/>
              </a:defRPr>
            </a:lvl3pPr>
            <a:lvl4pPr algn="r">
              <a:defRPr sz="1125" b="0" i="0">
                <a:solidFill>
                  <a:srgbClr val="687783"/>
                </a:solidFill>
                <a:latin typeface="Liberation Sans"/>
                <a:ea typeface="Liberation Sans"/>
                <a:cs typeface="Liberation Sans"/>
              </a:defRPr>
            </a:lvl4pPr>
            <a:lvl5pPr algn="r">
              <a:defRPr sz="1125" b="0" i="0">
                <a:solidFill>
                  <a:srgbClr val="687783"/>
                </a:solidFill>
                <a:latin typeface="Liberation Sans"/>
                <a:ea typeface="Liberation Sans"/>
                <a:cs typeface="Liberation Sans"/>
              </a:defRPr>
            </a:lvl5pPr>
            <a:lvl6pPr algn="r">
              <a:defRPr sz="1125" b="0" i="0">
                <a:solidFill>
                  <a:srgbClr val="687783"/>
                </a:solidFill>
                <a:latin typeface="Liberation Sans"/>
                <a:ea typeface="Liberation Sans"/>
                <a:cs typeface="Liberation Sans"/>
              </a:defRPr>
            </a:lvl6pPr>
            <a:lvl7pPr algn="r">
              <a:defRPr sz="1125" b="0" i="0">
                <a:solidFill>
                  <a:srgbClr val="687783"/>
                </a:solidFill>
                <a:latin typeface="Liberation Sans"/>
                <a:ea typeface="Liberation Sans"/>
                <a:cs typeface="Liberation Sans"/>
              </a:defRPr>
            </a:lvl7pPr>
            <a:lvl8pPr algn="r">
              <a:defRPr sz="1125" b="0" i="0">
                <a:solidFill>
                  <a:srgbClr val="687783"/>
                </a:solidFill>
                <a:latin typeface="Liberation Sans"/>
                <a:ea typeface="Liberation Sans"/>
                <a:cs typeface="Liberation Sans"/>
              </a:defRPr>
            </a:lvl8pPr>
            <a:lvl9pPr algn="r">
              <a:defRPr sz="1125" b="0" i="0">
                <a:solidFill>
                  <a:srgbClr val="687783"/>
                </a:solidFill>
                <a:latin typeface="Liberation Sans"/>
                <a:ea typeface="Liberation Sans"/>
                <a:cs typeface="Liberation Sans"/>
              </a:defRPr>
            </a:lvl9pPr>
          </a:lstStyle>
          <a:p xmlns:a="http://schemas.openxmlformats.org/drawingml/2006/main">
            <a:pPr algn="r">
              <a:defRPr sz="1125" b="0" i="0">
                <a:solidFill>
                  <a:srgbClr val="687783"/>
                </a:solidFill>
                <a:latin typeface="Liberation Sans"/>
                <a:ea typeface="Liberation Sans"/>
                <a:cs typeface="Liberation Sans"/>
              </a:defRPr>
            </a:pPr>
            <a:r>
              <a:rPr sz="1125" b="0" i="0">
                <a:solidFill>
                  <a:srgbClr val="687783"/>
                </a:solidFill>
                <a:latin typeface="Liberation Sans"/>
                <a:ea typeface="Liberation Sans"/>
                <a:cs typeface="Liberation Sans"/>
              </a:rPr>
              <a:t>04</a:t>
            </a:r>
          </a:p>
        </p:txBody>
      </p:sp>
      <p:sp>
        <p:nvSpPr>
          <p:cNvPr id="7" name="">
            <a:extLst xmlns:a="http://schemas.openxmlformats.org/drawingml/2006/main">
              <a:ext uri="{FF2B5EF4-FFF2-40B4-BE49-F238E27FC236}">
                <a16:creationId xmlns:a16="http://schemas.microsoft.com/office/drawing/2014/main" id="{6770E794-BDFF-4603-8721-0216256E1367}"/>
              </a:ext>
            </a:extLst>
          </p:cNvPr>
          <p:cNvSpPr>
            <a:spLocks xmlns:a="http://schemas.openxmlformats.org/drawingml/2006/main" noGrp="1"/>
          </p:cNvSpPr>
          <p:nvPr/>
        </p:nvSpPr>
        <p:spPr>
          <a:xfrm xmlns:a="http://schemas.openxmlformats.org/drawingml/2006/main">
            <a:off x="752475" y="1981200"/>
            <a:ext cx="476250" cy="476250"/>
          </a:xfrm>
          <a:prstGeom xmlns:a="http://schemas.openxmlformats.org/drawingml/2006/main" prst="ellipse">
            <a:avLst/>
          </a:prstGeom>
          <a:solidFill xmlns:a="http://schemas.openxmlformats.org/drawingml/2006/main">
            <a:srgbClr val="34877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4196200-91F6-4234-88A6-6CF64BD875A5}"/>
              </a:ext>
            </a:extLst>
          </p:cNvPr>
          <p:cNvSpPr>
            <a:spLocks xmlns:a="http://schemas.openxmlformats.org/drawingml/2006/main" noGrp="1"/>
          </p:cNvSpPr>
          <p:nvPr/>
        </p:nvSpPr>
        <p:spPr>
          <a:xfrm xmlns:a="http://schemas.openxmlformats.org/drawingml/2006/main">
            <a:off x="752475" y="20764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00" b="1" i="0">
                <a:solidFill>
                  <a:srgbClr val="FFFFFF"/>
                </a:solidFill>
                <a:latin typeface="Liberation Sans"/>
                <a:ea typeface="Liberation Sans"/>
                <a:cs typeface="Liberation Sans"/>
              </a:defRPr>
            </a:defPPr>
            <a:lvl1pPr algn="ctr">
              <a:defRPr sz="1500" b="1" i="0">
                <a:solidFill>
                  <a:srgbClr val="FFFFFF"/>
                </a:solidFill>
                <a:latin typeface="Liberation Sans"/>
                <a:ea typeface="Liberation Sans"/>
                <a:cs typeface="Liberation Sans"/>
              </a:defRPr>
            </a:lvl1pPr>
            <a:lvl2pPr algn="ctr">
              <a:defRPr sz="1500" b="1" i="0">
                <a:solidFill>
                  <a:srgbClr val="FFFFFF"/>
                </a:solidFill>
                <a:latin typeface="Liberation Sans"/>
                <a:ea typeface="Liberation Sans"/>
                <a:cs typeface="Liberation Sans"/>
              </a:defRPr>
            </a:lvl2pPr>
            <a:lvl3pPr algn="ctr">
              <a:defRPr sz="1500" b="1" i="0">
                <a:solidFill>
                  <a:srgbClr val="FFFFFF"/>
                </a:solidFill>
                <a:latin typeface="Liberation Sans"/>
                <a:ea typeface="Liberation Sans"/>
                <a:cs typeface="Liberation Sans"/>
              </a:defRPr>
            </a:lvl3pPr>
            <a:lvl4pPr algn="ctr">
              <a:defRPr sz="1500" b="1" i="0">
                <a:solidFill>
                  <a:srgbClr val="FFFFFF"/>
                </a:solidFill>
                <a:latin typeface="Liberation Sans"/>
                <a:ea typeface="Liberation Sans"/>
                <a:cs typeface="Liberation Sans"/>
              </a:defRPr>
            </a:lvl4pPr>
            <a:lvl5pPr algn="ctr">
              <a:defRPr sz="1500" b="1" i="0">
                <a:solidFill>
                  <a:srgbClr val="FFFFFF"/>
                </a:solidFill>
                <a:latin typeface="Liberation Sans"/>
                <a:ea typeface="Liberation Sans"/>
                <a:cs typeface="Liberation Sans"/>
              </a:defRPr>
            </a:lvl5pPr>
            <a:lvl6pPr algn="ctr">
              <a:defRPr sz="1500" b="1" i="0">
                <a:solidFill>
                  <a:srgbClr val="FFFFFF"/>
                </a:solidFill>
                <a:latin typeface="Liberation Sans"/>
                <a:ea typeface="Liberation Sans"/>
                <a:cs typeface="Liberation Sans"/>
              </a:defRPr>
            </a:lvl6pPr>
            <a:lvl7pPr algn="ctr">
              <a:defRPr sz="1500" b="1" i="0">
                <a:solidFill>
                  <a:srgbClr val="FFFFFF"/>
                </a:solidFill>
                <a:latin typeface="Liberation Sans"/>
                <a:ea typeface="Liberation Sans"/>
                <a:cs typeface="Liberation Sans"/>
              </a:defRPr>
            </a:lvl7pPr>
            <a:lvl8pPr algn="ctr">
              <a:defRPr sz="1500" b="1" i="0">
                <a:solidFill>
                  <a:srgbClr val="FFFFFF"/>
                </a:solidFill>
                <a:latin typeface="Liberation Sans"/>
                <a:ea typeface="Liberation Sans"/>
                <a:cs typeface="Liberation Sans"/>
              </a:defRPr>
            </a:lvl8pPr>
            <a:lvl9pPr algn="ctr">
              <a:defRPr sz="1500" b="1" i="0">
                <a:solidFill>
                  <a:srgbClr val="FFFFFF"/>
                </a:solidFill>
                <a:latin typeface="Liberation Sans"/>
                <a:ea typeface="Liberation Sans"/>
                <a:cs typeface="Liberation Sans"/>
              </a:defRPr>
            </a:lvl9pPr>
          </a:lstStyle>
          <a:p xmlns:a="http://schemas.openxmlformats.org/drawingml/2006/main">
            <a:pPr algn="ctr">
              <a:defRPr sz="1500" b="1" i="0">
                <a:solidFill>
                  <a:srgbClr val="FFFFFF"/>
                </a:solidFill>
                <a:latin typeface="Liberation Sans"/>
                <a:ea typeface="Liberation Sans"/>
                <a:cs typeface="Liberation Sans"/>
              </a:defRPr>
            </a:pPr>
            <a:r>
              <a:rPr sz="1500" b="1" i="0">
                <a:solidFill>
                  <a:srgbClr val="FFFFFF"/>
                </a:solidFill>
                <a:latin typeface="Liberation Sans"/>
                <a:ea typeface="Liberation Sans"/>
                <a:cs typeface="Liberation Sans"/>
              </a:rPr>
              <a:t>1</a:t>
            </a:r>
          </a:p>
        </p:txBody>
      </p:sp>
      <p:sp>
        <p:nvSpPr>
          <p:cNvPr id="9" name="">
            <a:extLst xmlns:a="http://schemas.openxmlformats.org/drawingml/2006/main">
              <a:ext uri="{FF2B5EF4-FFF2-40B4-BE49-F238E27FC236}">
                <a16:creationId xmlns:a16="http://schemas.microsoft.com/office/drawing/2014/main" id="{CC1FBBEF-0040-4101-B24F-604CDF814BF3}"/>
              </a:ext>
            </a:extLst>
          </p:cNvPr>
          <p:cNvSpPr>
            <a:spLocks xmlns:a="http://schemas.openxmlformats.org/drawingml/2006/main" noGrp="1"/>
          </p:cNvSpPr>
          <p:nvPr/>
        </p:nvSpPr>
        <p:spPr>
          <a:xfrm xmlns:a="http://schemas.openxmlformats.org/drawingml/2006/main">
            <a:off x="714375" y="26955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10243A"/>
                </a:solidFill>
                <a:latin typeface="Liberation Sans"/>
                <a:ea typeface="Liberation Sans"/>
                <a:cs typeface="Liberation Sans"/>
              </a:defRPr>
            </a:defPPr>
            <a:lvl1pPr algn="l">
              <a:defRPr sz="1650" b="1" i="0">
                <a:solidFill>
                  <a:srgbClr val="10243A"/>
                </a:solidFill>
                <a:latin typeface="Liberation Sans"/>
                <a:ea typeface="Liberation Sans"/>
                <a:cs typeface="Liberation Sans"/>
              </a:defRPr>
            </a:lvl1pPr>
            <a:lvl2pPr algn="l">
              <a:defRPr sz="1650" b="1" i="0">
                <a:solidFill>
                  <a:srgbClr val="10243A"/>
                </a:solidFill>
                <a:latin typeface="Liberation Sans"/>
                <a:ea typeface="Liberation Sans"/>
                <a:cs typeface="Liberation Sans"/>
              </a:defRPr>
            </a:lvl2pPr>
            <a:lvl3pPr algn="l">
              <a:defRPr sz="1650" b="1" i="0">
                <a:solidFill>
                  <a:srgbClr val="10243A"/>
                </a:solidFill>
                <a:latin typeface="Liberation Sans"/>
                <a:ea typeface="Liberation Sans"/>
                <a:cs typeface="Liberation Sans"/>
              </a:defRPr>
            </a:lvl3pPr>
            <a:lvl4pPr algn="l">
              <a:defRPr sz="1650" b="1" i="0">
                <a:solidFill>
                  <a:srgbClr val="10243A"/>
                </a:solidFill>
                <a:latin typeface="Liberation Sans"/>
                <a:ea typeface="Liberation Sans"/>
                <a:cs typeface="Liberation Sans"/>
              </a:defRPr>
            </a:lvl4pPr>
            <a:lvl5pPr algn="l">
              <a:defRPr sz="1650" b="1" i="0">
                <a:solidFill>
                  <a:srgbClr val="10243A"/>
                </a:solidFill>
                <a:latin typeface="Liberation Sans"/>
                <a:ea typeface="Liberation Sans"/>
                <a:cs typeface="Liberation Sans"/>
              </a:defRPr>
            </a:lvl5pPr>
            <a:lvl6pPr algn="l">
              <a:defRPr sz="1650" b="1" i="0">
                <a:solidFill>
                  <a:srgbClr val="10243A"/>
                </a:solidFill>
                <a:latin typeface="Liberation Sans"/>
                <a:ea typeface="Liberation Sans"/>
                <a:cs typeface="Liberation Sans"/>
              </a:defRPr>
            </a:lvl6pPr>
            <a:lvl7pPr algn="l">
              <a:defRPr sz="1650" b="1" i="0">
                <a:solidFill>
                  <a:srgbClr val="10243A"/>
                </a:solidFill>
                <a:latin typeface="Liberation Sans"/>
                <a:ea typeface="Liberation Sans"/>
                <a:cs typeface="Liberation Sans"/>
              </a:defRPr>
            </a:lvl7pPr>
            <a:lvl8pPr algn="l">
              <a:defRPr sz="1650" b="1" i="0">
                <a:solidFill>
                  <a:srgbClr val="10243A"/>
                </a:solidFill>
                <a:latin typeface="Liberation Sans"/>
                <a:ea typeface="Liberation Sans"/>
                <a:cs typeface="Liberation Sans"/>
              </a:defRPr>
            </a:lvl8pPr>
            <a:lvl9pPr algn="l">
              <a:defRPr sz="1650" b="1" i="0">
                <a:solidFill>
                  <a:srgbClr val="10243A"/>
                </a:solidFill>
                <a:latin typeface="Liberation Sans"/>
                <a:ea typeface="Liberation Sans"/>
                <a:cs typeface="Liberation Sans"/>
              </a:defRPr>
            </a:lvl9pPr>
          </a:lstStyle>
          <a:p xmlns:a="http://schemas.openxmlformats.org/drawingml/2006/main">
            <a:pPr algn="l">
              <a:defRPr sz="1650" b="1" i="0">
                <a:solidFill>
                  <a:srgbClr val="10243A"/>
                </a:solidFill>
                <a:latin typeface="Liberation Sans"/>
                <a:ea typeface="Liberation Sans"/>
                <a:cs typeface="Liberation Sans"/>
              </a:defRPr>
            </a:pPr>
            <a:r>
              <a:rPr sz="1650" b="1" i="0">
                <a:solidFill>
                  <a:srgbClr val="10243A"/>
                </a:solidFill>
                <a:latin typeface="Liberation Sans"/>
                <a:ea typeface="Liberation Sans"/>
                <a:cs typeface="Liberation Sans"/>
              </a:rPr>
              <a:t>Clean</a:t>
            </a:r>
          </a:p>
        </p:txBody>
      </p:sp>
      <p:sp>
        <p:nvSpPr>
          <p:cNvPr id="10" name="">
            <a:extLst xmlns:a="http://schemas.openxmlformats.org/drawingml/2006/main">
              <a:ext uri="{FF2B5EF4-FFF2-40B4-BE49-F238E27FC236}">
                <a16:creationId xmlns:a16="http://schemas.microsoft.com/office/drawing/2014/main" id="{C773409D-94A2-4E0E-B677-E3B03AA820F6}"/>
              </a:ext>
            </a:extLst>
          </p:cNvPr>
          <p:cNvSpPr>
            <a:spLocks xmlns:a="http://schemas.openxmlformats.org/drawingml/2006/main" noGrp="1"/>
          </p:cNvSpPr>
          <p:nvPr/>
        </p:nvSpPr>
        <p:spPr>
          <a:xfrm xmlns:a="http://schemas.openxmlformats.org/drawingml/2006/main">
            <a:off x="714375" y="30861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182B45"/>
                </a:solidFill>
                <a:latin typeface="Liberation Sans"/>
                <a:ea typeface="Liberation Sans"/>
                <a:cs typeface="Liberation Sans"/>
              </a:defRPr>
            </a:defPPr>
            <a:lvl1pPr algn="l">
              <a:defRPr sz="1350" b="0" i="0">
                <a:solidFill>
                  <a:srgbClr val="182B45"/>
                </a:solidFill>
                <a:latin typeface="Liberation Sans"/>
                <a:ea typeface="Liberation Sans"/>
                <a:cs typeface="Liberation Sans"/>
              </a:defRPr>
            </a:lvl1pPr>
            <a:lvl2pPr algn="l">
              <a:defRPr sz="1350" b="0" i="0">
                <a:solidFill>
                  <a:srgbClr val="182B45"/>
                </a:solidFill>
                <a:latin typeface="Liberation Sans"/>
                <a:ea typeface="Liberation Sans"/>
                <a:cs typeface="Liberation Sans"/>
              </a:defRPr>
            </a:lvl2pPr>
            <a:lvl3pPr algn="l">
              <a:defRPr sz="1350" b="0" i="0">
                <a:solidFill>
                  <a:srgbClr val="182B45"/>
                </a:solidFill>
                <a:latin typeface="Liberation Sans"/>
                <a:ea typeface="Liberation Sans"/>
                <a:cs typeface="Liberation Sans"/>
              </a:defRPr>
            </a:lvl3pPr>
            <a:lvl4pPr algn="l">
              <a:defRPr sz="1350" b="0" i="0">
                <a:solidFill>
                  <a:srgbClr val="182B45"/>
                </a:solidFill>
                <a:latin typeface="Liberation Sans"/>
                <a:ea typeface="Liberation Sans"/>
                <a:cs typeface="Liberation Sans"/>
              </a:defRPr>
            </a:lvl4pPr>
            <a:lvl5pPr algn="l">
              <a:defRPr sz="1350" b="0" i="0">
                <a:solidFill>
                  <a:srgbClr val="182B45"/>
                </a:solidFill>
                <a:latin typeface="Liberation Sans"/>
                <a:ea typeface="Liberation Sans"/>
                <a:cs typeface="Liberation Sans"/>
              </a:defRPr>
            </a:lvl5pPr>
            <a:lvl6pPr algn="l">
              <a:defRPr sz="1350" b="0" i="0">
                <a:solidFill>
                  <a:srgbClr val="182B45"/>
                </a:solidFill>
                <a:latin typeface="Liberation Sans"/>
                <a:ea typeface="Liberation Sans"/>
                <a:cs typeface="Liberation Sans"/>
              </a:defRPr>
            </a:lvl6pPr>
            <a:lvl7pPr algn="l">
              <a:defRPr sz="1350" b="0" i="0">
                <a:solidFill>
                  <a:srgbClr val="182B45"/>
                </a:solidFill>
                <a:latin typeface="Liberation Sans"/>
                <a:ea typeface="Liberation Sans"/>
                <a:cs typeface="Liberation Sans"/>
              </a:defRPr>
            </a:lvl7pPr>
            <a:lvl8pPr algn="l">
              <a:defRPr sz="1350" b="0" i="0">
                <a:solidFill>
                  <a:srgbClr val="182B45"/>
                </a:solidFill>
                <a:latin typeface="Liberation Sans"/>
                <a:ea typeface="Liberation Sans"/>
                <a:cs typeface="Liberation Sans"/>
              </a:defRPr>
            </a:lvl8pPr>
            <a:lvl9pPr algn="l">
              <a:defRPr sz="1350" b="0" i="0">
                <a:solidFill>
                  <a:srgbClr val="182B45"/>
                </a:solidFill>
                <a:latin typeface="Liberation Sans"/>
                <a:ea typeface="Liberation Sans"/>
                <a:cs typeface="Liberation Sans"/>
              </a:defRPr>
            </a:lvl9pPr>
          </a:lstStyle>
          <a:p xmlns:a="http://schemas.openxmlformats.org/drawingml/2006/main">
            <a:pPr algn="l">
              <a:defRPr sz="1350" b="0" i="0">
                <a:solidFill>
                  <a:srgbClr val="182B45"/>
                </a:solidFill>
                <a:latin typeface="Liberation Sans"/>
                <a:ea typeface="Liberation Sans"/>
                <a:cs typeface="Liberation Sans"/>
              </a:defRPr>
            </a:pPr>
            <a:r>
              <a:rPr sz="1350" b="0" i="0">
                <a:solidFill>
                  <a:srgbClr val="182B45"/>
                </a:solidFill>
                <a:latin typeface="Liberation Sans"/>
                <a:ea typeface="Liberation Sans"/>
                <a:cs typeface="Liberation Sans"/>
              </a:rPr>
              <a:t>lowercase and remove edge punctuation</a:t>
            </a:r>
          </a:p>
        </p:txBody>
      </p:sp>
      <p:sp>
        <p:nvSpPr>
          <p:cNvPr id="11" name="">
            <a:extLst xmlns:a="http://schemas.openxmlformats.org/drawingml/2006/main">
              <a:ext uri="{FF2B5EF4-FFF2-40B4-BE49-F238E27FC236}">
                <a16:creationId xmlns:a16="http://schemas.microsoft.com/office/drawing/2014/main" id="{6DA000FD-0C3D-4939-9452-EB6D53886685}"/>
              </a:ext>
            </a:extLst>
          </p:cNvPr>
          <p:cNvSpPr>
            <a:spLocks xmlns:a="http://schemas.openxmlformats.org/drawingml/2006/main" noGrp="1"/>
          </p:cNvSpPr>
          <p:nvPr/>
        </p:nvSpPr>
        <p:spPr>
          <a:xfrm xmlns:a="http://schemas.openxmlformats.org/drawingml/2006/main">
            <a:off x="2762250" y="2200275"/>
            <a:ext cx="152400" cy="28575"/>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F380FB2-5F11-4C45-B271-0DDA3D090F08}"/>
              </a:ext>
            </a:extLst>
          </p:cNvPr>
          <p:cNvSpPr>
            <a:spLocks xmlns:a="http://schemas.openxmlformats.org/drawingml/2006/main" noGrp="1"/>
          </p:cNvSpPr>
          <p:nvPr/>
        </p:nvSpPr>
        <p:spPr>
          <a:xfrm xmlns:a="http://schemas.openxmlformats.org/drawingml/2006/main">
            <a:off x="2981325" y="1981200"/>
            <a:ext cx="476250" cy="476250"/>
          </a:xfrm>
          <a:prstGeom xmlns:a="http://schemas.openxmlformats.org/drawingml/2006/main" prst="ellipse">
            <a:avLst/>
          </a:prstGeom>
          <a:solidFill xmlns:a="http://schemas.openxmlformats.org/drawingml/2006/main">
            <a:srgbClr val="34877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1BD9547-95D6-4EDA-A1DF-4B38559CD629}"/>
              </a:ext>
            </a:extLst>
          </p:cNvPr>
          <p:cNvSpPr>
            <a:spLocks xmlns:a="http://schemas.openxmlformats.org/drawingml/2006/main" noGrp="1"/>
          </p:cNvSpPr>
          <p:nvPr/>
        </p:nvSpPr>
        <p:spPr>
          <a:xfrm xmlns:a="http://schemas.openxmlformats.org/drawingml/2006/main">
            <a:off x="2981325" y="20764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00" b="1" i="0">
                <a:solidFill>
                  <a:srgbClr val="FFFFFF"/>
                </a:solidFill>
                <a:latin typeface="Liberation Sans"/>
                <a:ea typeface="Liberation Sans"/>
                <a:cs typeface="Liberation Sans"/>
              </a:defRPr>
            </a:defPPr>
            <a:lvl1pPr algn="ctr">
              <a:defRPr sz="1500" b="1" i="0">
                <a:solidFill>
                  <a:srgbClr val="FFFFFF"/>
                </a:solidFill>
                <a:latin typeface="Liberation Sans"/>
                <a:ea typeface="Liberation Sans"/>
                <a:cs typeface="Liberation Sans"/>
              </a:defRPr>
            </a:lvl1pPr>
            <a:lvl2pPr algn="ctr">
              <a:defRPr sz="1500" b="1" i="0">
                <a:solidFill>
                  <a:srgbClr val="FFFFFF"/>
                </a:solidFill>
                <a:latin typeface="Liberation Sans"/>
                <a:ea typeface="Liberation Sans"/>
                <a:cs typeface="Liberation Sans"/>
              </a:defRPr>
            </a:lvl2pPr>
            <a:lvl3pPr algn="ctr">
              <a:defRPr sz="1500" b="1" i="0">
                <a:solidFill>
                  <a:srgbClr val="FFFFFF"/>
                </a:solidFill>
                <a:latin typeface="Liberation Sans"/>
                <a:ea typeface="Liberation Sans"/>
                <a:cs typeface="Liberation Sans"/>
              </a:defRPr>
            </a:lvl3pPr>
            <a:lvl4pPr algn="ctr">
              <a:defRPr sz="1500" b="1" i="0">
                <a:solidFill>
                  <a:srgbClr val="FFFFFF"/>
                </a:solidFill>
                <a:latin typeface="Liberation Sans"/>
                <a:ea typeface="Liberation Sans"/>
                <a:cs typeface="Liberation Sans"/>
              </a:defRPr>
            </a:lvl4pPr>
            <a:lvl5pPr algn="ctr">
              <a:defRPr sz="1500" b="1" i="0">
                <a:solidFill>
                  <a:srgbClr val="FFFFFF"/>
                </a:solidFill>
                <a:latin typeface="Liberation Sans"/>
                <a:ea typeface="Liberation Sans"/>
                <a:cs typeface="Liberation Sans"/>
              </a:defRPr>
            </a:lvl5pPr>
            <a:lvl6pPr algn="ctr">
              <a:defRPr sz="1500" b="1" i="0">
                <a:solidFill>
                  <a:srgbClr val="FFFFFF"/>
                </a:solidFill>
                <a:latin typeface="Liberation Sans"/>
                <a:ea typeface="Liberation Sans"/>
                <a:cs typeface="Liberation Sans"/>
              </a:defRPr>
            </a:lvl6pPr>
            <a:lvl7pPr algn="ctr">
              <a:defRPr sz="1500" b="1" i="0">
                <a:solidFill>
                  <a:srgbClr val="FFFFFF"/>
                </a:solidFill>
                <a:latin typeface="Liberation Sans"/>
                <a:ea typeface="Liberation Sans"/>
                <a:cs typeface="Liberation Sans"/>
              </a:defRPr>
            </a:lvl7pPr>
            <a:lvl8pPr algn="ctr">
              <a:defRPr sz="1500" b="1" i="0">
                <a:solidFill>
                  <a:srgbClr val="FFFFFF"/>
                </a:solidFill>
                <a:latin typeface="Liberation Sans"/>
                <a:ea typeface="Liberation Sans"/>
                <a:cs typeface="Liberation Sans"/>
              </a:defRPr>
            </a:lvl8pPr>
            <a:lvl9pPr algn="ctr">
              <a:defRPr sz="1500" b="1" i="0">
                <a:solidFill>
                  <a:srgbClr val="FFFFFF"/>
                </a:solidFill>
                <a:latin typeface="Liberation Sans"/>
                <a:ea typeface="Liberation Sans"/>
                <a:cs typeface="Liberation Sans"/>
              </a:defRPr>
            </a:lvl9pPr>
          </a:lstStyle>
          <a:p xmlns:a="http://schemas.openxmlformats.org/drawingml/2006/main">
            <a:pPr algn="ctr">
              <a:defRPr sz="1500" b="1" i="0">
                <a:solidFill>
                  <a:srgbClr val="FFFFFF"/>
                </a:solidFill>
                <a:latin typeface="Liberation Sans"/>
                <a:ea typeface="Liberation Sans"/>
                <a:cs typeface="Liberation Sans"/>
              </a:defRPr>
            </a:pPr>
            <a:r>
              <a:rPr sz="1500" b="1" i="0">
                <a:solidFill>
                  <a:srgbClr val="FFFFFF"/>
                </a:solidFill>
                <a:latin typeface="Liberation Sans"/>
                <a:ea typeface="Liberation Sans"/>
                <a:cs typeface="Liberation Sans"/>
              </a:rPr>
              <a:t>2</a:t>
            </a:r>
          </a:p>
        </p:txBody>
      </p:sp>
      <p:sp>
        <p:nvSpPr>
          <p:cNvPr id="14" name="">
            <a:extLst xmlns:a="http://schemas.openxmlformats.org/drawingml/2006/main">
              <a:ext uri="{FF2B5EF4-FFF2-40B4-BE49-F238E27FC236}">
                <a16:creationId xmlns:a16="http://schemas.microsoft.com/office/drawing/2014/main" id="{292FB6C3-F941-4E6E-8EC4-4EDB8CB66920}"/>
              </a:ext>
            </a:extLst>
          </p:cNvPr>
          <p:cNvSpPr>
            <a:spLocks xmlns:a="http://schemas.openxmlformats.org/drawingml/2006/main" noGrp="1"/>
          </p:cNvSpPr>
          <p:nvPr/>
        </p:nvSpPr>
        <p:spPr>
          <a:xfrm xmlns:a="http://schemas.openxmlformats.org/drawingml/2006/main">
            <a:off x="2943225" y="26955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10243A"/>
                </a:solidFill>
                <a:latin typeface="Liberation Sans"/>
                <a:ea typeface="Liberation Sans"/>
                <a:cs typeface="Liberation Sans"/>
              </a:defRPr>
            </a:defPPr>
            <a:lvl1pPr algn="l">
              <a:defRPr sz="1650" b="1" i="0">
                <a:solidFill>
                  <a:srgbClr val="10243A"/>
                </a:solidFill>
                <a:latin typeface="Liberation Sans"/>
                <a:ea typeface="Liberation Sans"/>
                <a:cs typeface="Liberation Sans"/>
              </a:defRPr>
            </a:lvl1pPr>
            <a:lvl2pPr algn="l">
              <a:defRPr sz="1650" b="1" i="0">
                <a:solidFill>
                  <a:srgbClr val="10243A"/>
                </a:solidFill>
                <a:latin typeface="Liberation Sans"/>
                <a:ea typeface="Liberation Sans"/>
                <a:cs typeface="Liberation Sans"/>
              </a:defRPr>
            </a:lvl2pPr>
            <a:lvl3pPr algn="l">
              <a:defRPr sz="1650" b="1" i="0">
                <a:solidFill>
                  <a:srgbClr val="10243A"/>
                </a:solidFill>
                <a:latin typeface="Liberation Sans"/>
                <a:ea typeface="Liberation Sans"/>
                <a:cs typeface="Liberation Sans"/>
              </a:defRPr>
            </a:lvl3pPr>
            <a:lvl4pPr algn="l">
              <a:defRPr sz="1650" b="1" i="0">
                <a:solidFill>
                  <a:srgbClr val="10243A"/>
                </a:solidFill>
                <a:latin typeface="Liberation Sans"/>
                <a:ea typeface="Liberation Sans"/>
                <a:cs typeface="Liberation Sans"/>
              </a:defRPr>
            </a:lvl4pPr>
            <a:lvl5pPr algn="l">
              <a:defRPr sz="1650" b="1" i="0">
                <a:solidFill>
                  <a:srgbClr val="10243A"/>
                </a:solidFill>
                <a:latin typeface="Liberation Sans"/>
                <a:ea typeface="Liberation Sans"/>
                <a:cs typeface="Liberation Sans"/>
              </a:defRPr>
            </a:lvl5pPr>
            <a:lvl6pPr algn="l">
              <a:defRPr sz="1650" b="1" i="0">
                <a:solidFill>
                  <a:srgbClr val="10243A"/>
                </a:solidFill>
                <a:latin typeface="Liberation Sans"/>
                <a:ea typeface="Liberation Sans"/>
                <a:cs typeface="Liberation Sans"/>
              </a:defRPr>
            </a:lvl6pPr>
            <a:lvl7pPr algn="l">
              <a:defRPr sz="1650" b="1" i="0">
                <a:solidFill>
                  <a:srgbClr val="10243A"/>
                </a:solidFill>
                <a:latin typeface="Liberation Sans"/>
                <a:ea typeface="Liberation Sans"/>
                <a:cs typeface="Liberation Sans"/>
              </a:defRPr>
            </a:lvl7pPr>
            <a:lvl8pPr algn="l">
              <a:defRPr sz="1650" b="1" i="0">
                <a:solidFill>
                  <a:srgbClr val="10243A"/>
                </a:solidFill>
                <a:latin typeface="Liberation Sans"/>
                <a:ea typeface="Liberation Sans"/>
                <a:cs typeface="Liberation Sans"/>
              </a:defRPr>
            </a:lvl8pPr>
            <a:lvl9pPr algn="l">
              <a:defRPr sz="1650" b="1" i="0">
                <a:solidFill>
                  <a:srgbClr val="10243A"/>
                </a:solidFill>
                <a:latin typeface="Liberation Sans"/>
                <a:ea typeface="Liberation Sans"/>
                <a:cs typeface="Liberation Sans"/>
              </a:defRPr>
            </a:lvl9pPr>
          </a:lstStyle>
          <a:p xmlns:a="http://schemas.openxmlformats.org/drawingml/2006/main">
            <a:pPr algn="l">
              <a:defRPr sz="1650" b="1" i="0">
                <a:solidFill>
                  <a:srgbClr val="10243A"/>
                </a:solidFill>
                <a:latin typeface="Liberation Sans"/>
                <a:ea typeface="Liberation Sans"/>
                <a:cs typeface="Liberation Sans"/>
              </a:defRPr>
            </a:pPr>
            <a:r>
              <a:rPr sz="1650" b="1" i="0">
                <a:solidFill>
                  <a:srgbClr val="10243A"/>
                </a:solidFill>
                <a:latin typeface="Liberation Sans"/>
                <a:ea typeface="Liberation Sans"/>
                <a:cs typeface="Liberation Sans"/>
              </a:rPr>
              <a:t>Split</a:t>
            </a:r>
          </a:p>
        </p:txBody>
      </p:sp>
      <p:sp>
        <p:nvSpPr>
          <p:cNvPr id="15" name="">
            <a:extLst xmlns:a="http://schemas.openxmlformats.org/drawingml/2006/main">
              <a:ext uri="{FF2B5EF4-FFF2-40B4-BE49-F238E27FC236}">
                <a16:creationId xmlns:a16="http://schemas.microsoft.com/office/drawing/2014/main" id="{63BB1902-D7AB-415F-87F8-9CEB6CD68C60}"/>
              </a:ext>
            </a:extLst>
          </p:cNvPr>
          <p:cNvSpPr>
            <a:spLocks xmlns:a="http://schemas.openxmlformats.org/drawingml/2006/main" noGrp="1"/>
          </p:cNvSpPr>
          <p:nvPr/>
        </p:nvSpPr>
        <p:spPr>
          <a:xfrm xmlns:a="http://schemas.openxmlformats.org/drawingml/2006/main">
            <a:off x="2943225" y="30861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182B45"/>
                </a:solidFill>
                <a:latin typeface="Liberation Sans"/>
                <a:ea typeface="Liberation Sans"/>
                <a:cs typeface="Liberation Sans"/>
              </a:defRPr>
            </a:defPPr>
            <a:lvl1pPr algn="l">
              <a:defRPr sz="1350" b="0" i="0">
                <a:solidFill>
                  <a:srgbClr val="182B45"/>
                </a:solidFill>
                <a:latin typeface="Liberation Sans"/>
                <a:ea typeface="Liberation Sans"/>
                <a:cs typeface="Liberation Sans"/>
              </a:defRPr>
            </a:lvl1pPr>
            <a:lvl2pPr algn="l">
              <a:defRPr sz="1350" b="0" i="0">
                <a:solidFill>
                  <a:srgbClr val="182B45"/>
                </a:solidFill>
                <a:latin typeface="Liberation Sans"/>
                <a:ea typeface="Liberation Sans"/>
                <a:cs typeface="Liberation Sans"/>
              </a:defRPr>
            </a:lvl2pPr>
            <a:lvl3pPr algn="l">
              <a:defRPr sz="1350" b="0" i="0">
                <a:solidFill>
                  <a:srgbClr val="182B45"/>
                </a:solidFill>
                <a:latin typeface="Liberation Sans"/>
                <a:ea typeface="Liberation Sans"/>
                <a:cs typeface="Liberation Sans"/>
              </a:defRPr>
            </a:lvl3pPr>
            <a:lvl4pPr algn="l">
              <a:defRPr sz="1350" b="0" i="0">
                <a:solidFill>
                  <a:srgbClr val="182B45"/>
                </a:solidFill>
                <a:latin typeface="Liberation Sans"/>
                <a:ea typeface="Liberation Sans"/>
                <a:cs typeface="Liberation Sans"/>
              </a:defRPr>
            </a:lvl4pPr>
            <a:lvl5pPr algn="l">
              <a:defRPr sz="1350" b="0" i="0">
                <a:solidFill>
                  <a:srgbClr val="182B45"/>
                </a:solidFill>
                <a:latin typeface="Liberation Sans"/>
                <a:ea typeface="Liberation Sans"/>
                <a:cs typeface="Liberation Sans"/>
              </a:defRPr>
            </a:lvl5pPr>
            <a:lvl6pPr algn="l">
              <a:defRPr sz="1350" b="0" i="0">
                <a:solidFill>
                  <a:srgbClr val="182B45"/>
                </a:solidFill>
                <a:latin typeface="Liberation Sans"/>
                <a:ea typeface="Liberation Sans"/>
                <a:cs typeface="Liberation Sans"/>
              </a:defRPr>
            </a:lvl6pPr>
            <a:lvl7pPr algn="l">
              <a:defRPr sz="1350" b="0" i="0">
                <a:solidFill>
                  <a:srgbClr val="182B45"/>
                </a:solidFill>
                <a:latin typeface="Liberation Sans"/>
                <a:ea typeface="Liberation Sans"/>
                <a:cs typeface="Liberation Sans"/>
              </a:defRPr>
            </a:lvl7pPr>
            <a:lvl8pPr algn="l">
              <a:defRPr sz="1350" b="0" i="0">
                <a:solidFill>
                  <a:srgbClr val="182B45"/>
                </a:solidFill>
                <a:latin typeface="Liberation Sans"/>
                <a:ea typeface="Liberation Sans"/>
                <a:cs typeface="Liberation Sans"/>
              </a:defRPr>
            </a:lvl8pPr>
            <a:lvl9pPr algn="l">
              <a:defRPr sz="1350" b="0" i="0">
                <a:solidFill>
                  <a:srgbClr val="182B45"/>
                </a:solidFill>
                <a:latin typeface="Liberation Sans"/>
                <a:ea typeface="Liberation Sans"/>
                <a:cs typeface="Liberation Sans"/>
              </a:defRPr>
            </a:lvl9pPr>
          </a:lstStyle>
          <a:p xmlns:a="http://schemas.openxmlformats.org/drawingml/2006/main">
            <a:pPr algn="l">
              <a:defRPr sz="1350" b="0" i="0">
                <a:solidFill>
                  <a:srgbClr val="182B45"/>
                </a:solidFill>
                <a:latin typeface="Liberation Sans"/>
                <a:ea typeface="Liberation Sans"/>
                <a:cs typeface="Liberation Sans"/>
              </a:defRPr>
            </a:pPr>
            <a:r>
              <a:rPr sz="1350" b="0" i="0">
                <a:solidFill>
                  <a:srgbClr val="182B45"/>
                </a:solidFill>
                <a:latin typeface="Liberation Sans"/>
                <a:ea typeface="Liberation Sans"/>
                <a:cs typeface="Liberation Sans"/>
              </a:rPr>
              <a:t>separate the review into words</a:t>
            </a:r>
          </a:p>
        </p:txBody>
      </p:sp>
      <p:sp>
        <p:nvSpPr>
          <p:cNvPr id="16" name="">
            <a:extLst xmlns:a="http://schemas.openxmlformats.org/drawingml/2006/main">
              <a:ext uri="{FF2B5EF4-FFF2-40B4-BE49-F238E27FC236}">
                <a16:creationId xmlns:a16="http://schemas.microsoft.com/office/drawing/2014/main" id="{5D5ACBCA-F009-443A-AB4B-F8C9A4BC7266}"/>
              </a:ext>
            </a:extLst>
          </p:cNvPr>
          <p:cNvSpPr>
            <a:spLocks xmlns:a="http://schemas.openxmlformats.org/drawingml/2006/main" noGrp="1"/>
          </p:cNvSpPr>
          <p:nvPr/>
        </p:nvSpPr>
        <p:spPr>
          <a:xfrm xmlns:a="http://schemas.openxmlformats.org/drawingml/2006/main">
            <a:off x="4991100" y="2200275"/>
            <a:ext cx="152400" cy="28575"/>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2954277-5B02-4E0B-8A4F-78F402AD479F}"/>
              </a:ext>
            </a:extLst>
          </p:cNvPr>
          <p:cNvSpPr>
            <a:spLocks xmlns:a="http://schemas.openxmlformats.org/drawingml/2006/main" noGrp="1"/>
          </p:cNvSpPr>
          <p:nvPr/>
        </p:nvSpPr>
        <p:spPr>
          <a:xfrm xmlns:a="http://schemas.openxmlformats.org/drawingml/2006/main">
            <a:off x="5210175" y="1981200"/>
            <a:ext cx="476250" cy="476250"/>
          </a:xfrm>
          <a:prstGeom xmlns:a="http://schemas.openxmlformats.org/drawingml/2006/main" prst="ellipse">
            <a:avLst/>
          </a:prstGeom>
          <a:solidFill xmlns:a="http://schemas.openxmlformats.org/drawingml/2006/main">
            <a:srgbClr val="34877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B5C2B07-A2A3-469B-A395-640352F2EC5B}"/>
              </a:ext>
            </a:extLst>
          </p:cNvPr>
          <p:cNvSpPr>
            <a:spLocks xmlns:a="http://schemas.openxmlformats.org/drawingml/2006/main" noGrp="1"/>
          </p:cNvSpPr>
          <p:nvPr/>
        </p:nvSpPr>
        <p:spPr>
          <a:xfrm xmlns:a="http://schemas.openxmlformats.org/drawingml/2006/main">
            <a:off x="5210175" y="20764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00" b="1" i="0">
                <a:solidFill>
                  <a:srgbClr val="FFFFFF"/>
                </a:solidFill>
                <a:latin typeface="Liberation Sans"/>
                <a:ea typeface="Liberation Sans"/>
                <a:cs typeface="Liberation Sans"/>
              </a:defRPr>
            </a:defPPr>
            <a:lvl1pPr algn="ctr">
              <a:defRPr sz="1500" b="1" i="0">
                <a:solidFill>
                  <a:srgbClr val="FFFFFF"/>
                </a:solidFill>
                <a:latin typeface="Liberation Sans"/>
                <a:ea typeface="Liberation Sans"/>
                <a:cs typeface="Liberation Sans"/>
              </a:defRPr>
            </a:lvl1pPr>
            <a:lvl2pPr algn="ctr">
              <a:defRPr sz="1500" b="1" i="0">
                <a:solidFill>
                  <a:srgbClr val="FFFFFF"/>
                </a:solidFill>
                <a:latin typeface="Liberation Sans"/>
                <a:ea typeface="Liberation Sans"/>
                <a:cs typeface="Liberation Sans"/>
              </a:defRPr>
            </a:lvl2pPr>
            <a:lvl3pPr algn="ctr">
              <a:defRPr sz="1500" b="1" i="0">
                <a:solidFill>
                  <a:srgbClr val="FFFFFF"/>
                </a:solidFill>
                <a:latin typeface="Liberation Sans"/>
                <a:ea typeface="Liberation Sans"/>
                <a:cs typeface="Liberation Sans"/>
              </a:defRPr>
            </a:lvl3pPr>
            <a:lvl4pPr algn="ctr">
              <a:defRPr sz="1500" b="1" i="0">
                <a:solidFill>
                  <a:srgbClr val="FFFFFF"/>
                </a:solidFill>
                <a:latin typeface="Liberation Sans"/>
                <a:ea typeface="Liberation Sans"/>
                <a:cs typeface="Liberation Sans"/>
              </a:defRPr>
            </a:lvl4pPr>
            <a:lvl5pPr algn="ctr">
              <a:defRPr sz="1500" b="1" i="0">
                <a:solidFill>
                  <a:srgbClr val="FFFFFF"/>
                </a:solidFill>
                <a:latin typeface="Liberation Sans"/>
                <a:ea typeface="Liberation Sans"/>
                <a:cs typeface="Liberation Sans"/>
              </a:defRPr>
            </a:lvl5pPr>
            <a:lvl6pPr algn="ctr">
              <a:defRPr sz="1500" b="1" i="0">
                <a:solidFill>
                  <a:srgbClr val="FFFFFF"/>
                </a:solidFill>
                <a:latin typeface="Liberation Sans"/>
                <a:ea typeface="Liberation Sans"/>
                <a:cs typeface="Liberation Sans"/>
              </a:defRPr>
            </a:lvl6pPr>
            <a:lvl7pPr algn="ctr">
              <a:defRPr sz="1500" b="1" i="0">
                <a:solidFill>
                  <a:srgbClr val="FFFFFF"/>
                </a:solidFill>
                <a:latin typeface="Liberation Sans"/>
                <a:ea typeface="Liberation Sans"/>
                <a:cs typeface="Liberation Sans"/>
              </a:defRPr>
            </a:lvl7pPr>
            <a:lvl8pPr algn="ctr">
              <a:defRPr sz="1500" b="1" i="0">
                <a:solidFill>
                  <a:srgbClr val="FFFFFF"/>
                </a:solidFill>
                <a:latin typeface="Liberation Sans"/>
                <a:ea typeface="Liberation Sans"/>
                <a:cs typeface="Liberation Sans"/>
              </a:defRPr>
            </a:lvl8pPr>
            <a:lvl9pPr algn="ctr">
              <a:defRPr sz="1500" b="1" i="0">
                <a:solidFill>
                  <a:srgbClr val="FFFFFF"/>
                </a:solidFill>
                <a:latin typeface="Liberation Sans"/>
                <a:ea typeface="Liberation Sans"/>
                <a:cs typeface="Liberation Sans"/>
              </a:defRPr>
            </a:lvl9pPr>
          </a:lstStyle>
          <a:p xmlns:a="http://schemas.openxmlformats.org/drawingml/2006/main">
            <a:pPr algn="ctr">
              <a:defRPr sz="1500" b="1" i="0">
                <a:solidFill>
                  <a:srgbClr val="FFFFFF"/>
                </a:solidFill>
                <a:latin typeface="Liberation Sans"/>
                <a:ea typeface="Liberation Sans"/>
                <a:cs typeface="Liberation Sans"/>
              </a:defRPr>
            </a:pPr>
            <a:r>
              <a:rPr sz="1500" b="1" i="0">
                <a:solidFill>
                  <a:srgbClr val="FFFFFF"/>
                </a:solidFill>
                <a:latin typeface="Liberation Sans"/>
                <a:ea typeface="Liberation Sans"/>
                <a:cs typeface="Liberation Sans"/>
              </a:rPr>
              <a:t>3</a:t>
            </a:r>
          </a:p>
        </p:txBody>
      </p:sp>
      <p:sp>
        <p:nvSpPr>
          <p:cNvPr id="19" name="">
            <a:extLst xmlns:a="http://schemas.openxmlformats.org/drawingml/2006/main">
              <a:ext uri="{FF2B5EF4-FFF2-40B4-BE49-F238E27FC236}">
                <a16:creationId xmlns:a16="http://schemas.microsoft.com/office/drawing/2014/main" id="{D30D492C-615A-4DFB-8960-87C9AD24B70F}"/>
              </a:ext>
            </a:extLst>
          </p:cNvPr>
          <p:cNvSpPr>
            <a:spLocks xmlns:a="http://schemas.openxmlformats.org/drawingml/2006/main" noGrp="1"/>
          </p:cNvSpPr>
          <p:nvPr/>
        </p:nvSpPr>
        <p:spPr>
          <a:xfrm xmlns:a="http://schemas.openxmlformats.org/drawingml/2006/main">
            <a:off x="5172075" y="26955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10243A"/>
                </a:solidFill>
                <a:latin typeface="Liberation Sans"/>
                <a:ea typeface="Liberation Sans"/>
                <a:cs typeface="Liberation Sans"/>
              </a:defRPr>
            </a:defPPr>
            <a:lvl1pPr algn="l">
              <a:defRPr sz="1650" b="1" i="0">
                <a:solidFill>
                  <a:srgbClr val="10243A"/>
                </a:solidFill>
                <a:latin typeface="Liberation Sans"/>
                <a:ea typeface="Liberation Sans"/>
                <a:cs typeface="Liberation Sans"/>
              </a:defRPr>
            </a:lvl1pPr>
            <a:lvl2pPr algn="l">
              <a:defRPr sz="1650" b="1" i="0">
                <a:solidFill>
                  <a:srgbClr val="10243A"/>
                </a:solidFill>
                <a:latin typeface="Liberation Sans"/>
                <a:ea typeface="Liberation Sans"/>
                <a:cs typeface="Liberation Sans"/>
              </a:defRPr>
            </a:lvl2pPr>
            <a:lvl3pPr algn="l">
              <a:defRPr sz="1650" b="1" i="0">
                <a:solidFill>
                  <a:srgbClr val="10243A"/>
                </a:solidFill>
                <a:latin typeface="Liberation Sans"/>
                <a:ea typeface="Liberation Sans"/>
                <a:cs typeface="Liberation Sans"/>
              </a:defRPr>
            </a:lvl3pPr>
            <a:lvl4pPr algn="l">
              <a:defRPr sz="1650" b="1" i="0">
                <a:solidFill>
                  <a:srgbClr val="10243A"/>
                </a:solidFill>
                <a:latin typeface="Liberation Sans"/>
                <a:ea typeface="Liberation Sans"/>
                <a:cs typeface="Liberation Sans"/>
              </a:defRPr>
            </a:lvl4pPr>
            <a:lvl5pPr algn="l">
              <a:defRPr sz="1650" b="1" i="0">
                <a:solidFill>
                  <a:srgbClr val="10243A"/>
                </a:solidFill>
                <a:latin typeface="Liberation Sans"/>
                <a:ea typeface="Liberation Sans"/>
                <a:cs typeface="Liberation Sans"/>
              </a:defRPr>
            </a:lvl5pPr>
            <a:lvl6pPr algn="l">
              <a:defRPr sz="1650" b="1" i="0">
                <a:solidFill>
                  <a:srgbClr val="10243A"/>
                </a:solidFill>
                <a:latin typeface="Liberation Sans"/>
                <a:ea typeface="Liberation Sans"/>
                <a:cs typeface="Liberation Sans"/>
              </a:defRPr>
            </a:lvl6pPr>
            <a:lvl7pPr algn="l">
              <a:defRPr sz="1650" b="1" i="0">
                <a:solidFill>
                  <a:srgbClr val="10243A"/>
                </a:solidFill>
                <a:latin typeface="Liberation Sans"/>
                <a:ea typeface="Liberation Sans"/>
                <a:cs typeface="Liberation Sans"/>
              </a:defRPr>
            </a:lvl7pPr>
            <a:lvl8pPr algn="l">
              <a:defRPr sz="1650" b="1" i="0">
                <a:solidFill>
                  <a:srgbClr val="10243A"/>
                </a:solidFill>
                <a:latin typeface="Liberation Sans"/>
                <a:ea typeface="Liberation Sans"/>
                <a:cs typeface="Liberation Sans"/>
              </a:defRPr>
            </a:lvl8pPr>
            <a:lvl9pPr algn="l">
              <a:defRPr sz="1650" b="1" i="0">
                <a:solidFill>
                  <a:srgbClr val="10243A"/>
                </a:solidFill>
                <a:latin typeface="Liberation Sans"/>
                <a:ea typeface="Liberation Sans"/>
                <a:cs typeface="Liberation Sans"/>
              </a:defRPr>
            </a:lvl9pPr>
          </a:lstStyle>
          <a:p xmlns:a="http://schemas.openxmlformats.org/drawingml/2006/main">
            <a:pPr algn="l">
              <a:defRPr sz="1650" b="1" i="0">
                <a:solidFill>
                  <a:srgbClr val="10243A"/>
                </a:solidFill>
                <a:latin typeface="Liberation Sans"/>
                <a:ea typeface="Liberation Sans"/>
                <a:cs typeface="Liberation Sans"/>
              </a:defRPr>
            </a:pPr>
            <a:r>
              <a:rPr sz="1650" b="1" i="0">
                <a:solidFill>
                  <a:srgbClr val="10243A"/>
                </a:solidFill>
                <a:latin typeface="Liberation Sans"/>
                <a:ea typeface="Liberation Sans"/>
                <a:cs typeface="Liberation Sans"/>
              </a:rPr>
              <a:t>Look up</a:t>
            </a:r>
          </a:p>
        </p:txBody>
      </p:sp>
      <p:sp>
        <p:nvSpPr>
          <p:cNvPr id="20" name="">
            <a:extLst xmlns:a="http://schemas.openxmlformats.org/drawingml/2006/main">
              <a:ext uri="{FF2B5EF4-FFF2-40B4-BE49-F238E27FC236}">
                <a16:creationId xmlns:a16="http://schemas.microsoft.com/office/drawing/2014/main" id="{2A743296-BEF3-4A36-BE71-0ABBB071A2CC}"/>
              </a:ext>
            </a:extLst>
          </p:cNvPr>
          <p:cNvSpPr>
            <a:spLocks xmlns:a="http://schemas.openxmlformats.org/drawingml/2006/main" noGrp="1"/>
          </p:cNvSpPr>
          <p:nvPr/>
        </p:nvSpPr>
        <p:spPr>
          <a:xfrm xmlns:a="http://schemas.openxmlformats.org/drawingml/2006/main">
            <a:off x="5172075" y="30861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182B45"/>
                </a:solidFill>
                <a:latin typeface="Liberation Sans"/>
                <a:ea typeface="Liberation Sans"/>
                <a:cs typeface="Liberation Sans"/>
              </a:defRPr>
            </a:defPPr>
            <a:lvl1pPr algn="l">
              <a:defRPr sz="1350" b="0" i="0">
                <a:solidFill>
                  <a:srgbClr val="182B45"/>
                </a:solidFill>
                <a:latin typeface="Liberation Sans"/>
                <a:ea typeface="Liberation Sans"/>
                <a:cs typeface="Liberation Sans"/>
              </a:defRPr>
            </a:lvl1pPr>
            <a:lvl2pPr algn="l">
              <a:defRPr sz="1350" b="0" i="0">
                <a:solidFill>
                  <a:srgbClr val="182B45"/>
                </a:solidFill>
                <a:latin typeface="Liberation Sans"/>
                <a:ea typeface="Liberation Sans"/>
                <a:cs typeface="Liberation Sans"/>
              </a:defRPr>
            </a:lvl2pPr>
            <a:lvl3pPr algn="l">
              <a:defRPr sz="1350" b="0" i="0">
                <a:solidFill>
                  <a:srgbClr val="182B45"/>
                </a:solidFill>
                <a:latin typeface="Liberation Sans"/>
                <a:ea typeface="Liberation Sans"/>
                <a:cs typeface="Liberation Sans"/>
              </a:defRPr>
            </a:lvl3pPr>
            <a:lvl4pPr algn="l">
              <a:defRPr sz="1350" b="0" i="0">
                <a:solidFill>
                  <a:srgbClr val="182B45"/>
                </a:solidFill>
                <a:latin typeface="Liberation Sans"/>
                <a:ea typeface="Liberation Sans"/>
                <a:cs typeface="Liberation Sans"/>
              </a:defRPr>
            </a:lvl4pPr>
            <a:lvl5pPr algn="l">
              <a:defRPr sz="1350" b="0" i="0">
                <a:solidFill>
                  <a:srgbClr val="182B45"/>
                </a:solidFill>
                <a:latin typeface="Liberation Sans"/>
                <a:ea typeface="Liberation Sans"/>
                <a:cs typeface="Liberation Sans"/>
              </a:defRPr>
            </a:lvl5pPr>
            <a:lvl6pPr algn="l">
              <a:defRPr sz="1350" b="0" i="0">
                <a:solidFill>
                  <a:srgbClr val="182B45"/>
                </a:solidFill>
                <a:latin typeface="Liberation Sans"/>
                <a:ea typeface="Liberation Sans"/>
                <a:cs typeface="Liberation Sans"/>
              </a:defRPr>
            </a:lvl6pPr>
            <a:lvl7pPr algn="l">
              <a:defRPr sz="1350" b="0" i="0">
                <a:solidFill>
                  <a:srgbClr val="182B45"/>
                </a:solidFill>
                <a:latin typeface="Liberation Sans"/>
                <a:ea typeface="Liberation Sans"/>
                <a:cs typeface="Liberation Sans"/>
              </a:defRPr>
            </a:lvl7pPr>
            <a:lvl8pPr algn="l">
              <a:defRPr sz="1350" b="0" i="0">
                <a:solidFill>
                  <a:srgbClr val="182B45"/>
                </a:solidFill>
                <a:latin typeface="Liberation Sans"/>
                <a:ea typeface="Liberation Sans"/>
                <a:cs typeface="Liberation Sans"/>
              </a:defRPr>
            </a:lvl8pPr>
            <a:lvl9pPr algn="l">
              <a:defRPr sz="1350" b="0" i="0">
                <a:solidFill>
                  <a:srgbClr val="182B45"/>
                </a:solidFill>
                <a:latin typeface="Liberation Sans"/>
                <a:ea typeface="Liberation Sans"/>
                <a:cs typeface="Liberation Sans"/>
              </a:defRPr>
            </a:lvl9pPr>
          </a:lstStyle>
          <a:p xmlns:a="http://schemas.openxmlformats.org/drawingml/2006/main">
            <a:pPr algn="l">
              <a:defRPr sz="1350" b="0" i="0">
                <a:solidFill>
                  <a:srgbClr val="182B45"/>
                </a:solidFill>
                <a:latin typeface="Liberation Sans"/>
                <a:ea typeface="Liberation Sans"/>
                <a:cs typeface="Liberation Sans"/>
              </a:defRPr>
            </a:pPr>
            <a:r>
              <a:rPr sz="1350" b="0" i="0">
                <a:solidFill>
                  <a:srgbClr val="182B45"/>
                </a:solidFill>
                <a:latin typeface="Liberation Sans"/>
                <a:ea typeface="Liberation Sans"/>
                <a:cs typeface="Liberation Sans"/>
              </a:rPr>
              <a:t>get each word’s dictionary value</a:t>
            </a:r>
          </a:p>
        </p:txBody>
      </p:sp>
      <p:sp>
        <p:nvSpPr>
          <p:cNvPr id="21" name="">
            <a:extLst xmlns:a="http://schemas.openxmlformats.org/drawingml/2006/main">
              <a:ext uri="{FF2B5EF4-FFF2-40B4-BE49-F238E27FC236}">
                <a16:creationId xmlns:a16="http://schemas.microsoft.com/office/drawing/2014/main" id="{8699F3AE-6945-4911-8097-3F059B494AD4}"/>
              </a:ext>
            </a:extLst>
          </p:cNvPr>
          <p:cNvSpPr>
            <a:spLocks xmlns:a="http://schemas.openxmlformats.org/drawingml/2006/main" noGrp="1"/>
          </p:cNvSpPr>
          <p:nvPr/>
        </p:nvSpPr>
        <p:spPr>
          <a:xfrm xmlns:a="http://schemas.openxmlformats.org/drawingml/2006/main">
            <a:off x="7219950" y="2200275"/>
            <a:ext cx="152400" cy="28575"/>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C204D0F-BA92-4669-9D70-F8971E28336F}"/>
              </a:ext>
            </a:extLst>
          </p:cNvPr>
          <p:cNvSpPr>
            <a:spLocks xmlns:a="http://schemas.openxmlformats.org/drawingml/2006/main" noGrp="1"/>
          </p:cNvSpPr>
          <p:nvPr/>
        </p:nvSpPr>
        <p:spPr>
          <a:xfrm xmlns:a="http://schemas.openxmlformats.org/drawingml/2006/main">
            <a:off x="7439025" y="1981200"/>
            <a:ext cx="476250" cy="476250"/>
          </a:xfrm>
          <a:prstGeom xmlns:a="http://schemas.openxmlformats.org/drawingml/2006/main" prst="ellipse">
            <a:avLst/>
          </a:prstGeom>
          <a:solidFill xmlns:a="http://schemas.openxmlformats.org/drawingml/2006/main">
            <a:srgbClr val="34877E"/>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7C02F9B-6596-49DF-BDF0-28871ADB29A9}"/>
              </a:ext>
            </a:extLst>
          </p:cNvPr>
          <p:cNvSpPr>
            <a:spLocks xmlns:a="http://schemas.openxmlformats.org/drawingml/2006/main" noGrp="1"/>
          </p:cNvSpPr>
          <p:nvPr/>
        </p:nvSpPr>
        <p:spPr>
          <a:xfrm xmlns:a="http://schemas.openxmlformats.org/drawingml/2006/main">
            <a:off x="7439025" y="20764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00" b="1" i="0">
                <a:solidFill>
                  <a:srgbClr val="FFFFFF"/>
                </a:solidFill>
                <a:latin typeface="Liberation Sans"/>
                <a:ea typeface="Liberation Sans"/>
                <a:cs typeface="Liberation Sans"/>
              </a:defRPr>
            </a:defPPr>
            <a:lvl1pPr algn="ctr">
              <a:defRPr sz="1500" b="1" i="0">
                <a:solidFill>
                  <a:srgbClr val="FFFFFF"/>
                </a:solidFill>
                <a:latin typeface="Liberation Sans"/>
                <a:ea typeface="Liberation Sans"/>
                <a:cs typeface="Liberation Sans"/>
              </a:defRPr>
            </a:lvl1pPr>
            <a:lvl2pPr algn="ctr">
              <a:defRPr sz="1500" b="1" i="0">
                <a:solidFill>
                  <a:srgbClr val="FFFFFF"/>
                </a:solidFill>
                <a:latin typeface="Liberation Sans"/>
                <a:ea typeface="Liberation Sans"/>
                <a:cs typeface="Liberation Sans"/>
              </a:defRPr>
            </a:lvl2pPr>
            <a:lvl3pPr algn="ctr">
              <a:defRPr sz="1500" b="1" i="0">
                <a:solidFill>
                  <a:srgbClr val="FFFFFF"/>
                </a:solidFill>
                <a:latin typeface="Liberation Sans"/>
                <a:ea typeface="Liberation Sans"/>
                <a:cs typeface="Liberation Sans"/>
              </a:defRPr>
            </a:lvl3pPr>
            <a:lvl4pPr algn="ctr">
              <a:defRPr sz="1500" b="1" i="0">
                <a:solidFill>
                  <a:srgbClr val="FFFFFF"/>
                </a:solidFill>
                <a:latin typeface="Liberation Sans"/>
                <a:ea typeface="Liberation Sans"/>
                <a:cs typeface="Liberation Sans"/>
              </a:defRPr>
            </a:lvl4pPr>
            <a:lvl5pPr algn="ctr">
              <a:defRPr sz="1500" b="1" i="0">
                <a:solidFill>
                  <a:srgbClr val="FFFFFF"/>
                </a:solidFill>
                <a:latin typeface="Liberation Sans"/>
                <a:ea typeface="Liberation Sans"/>
                <a:cs typeface="Liberation Sans"/>
              </a:defRPr>
            </a:lvl5pPr>
            <a:lvl6pPr algn="ctr">
              <a:defRPr sz="1500" b="1" i="0">
                <a:solidFill>
                  <a:srgbClr val="FFFFFF"/>
                </a:solidFill>
                <a:latin typeface="Liberation Sans"/>
                <a:ea typeface="Liberation Sans"/>
                <a:cs typeface="Liberation Sans"/>
              </a:defRPr>
            </a:lvl6pPr>
            <a:lvl7pPr algn="ctr">
              <a:defRPr sz="1500" b="1" i="0">
                <a:solidFill>
                  <a:srgbClr val="FFFFFF"/>
                </a:solidFill>
                <a:latin typeface="Liberation Sans"/>
                <a:ea typeface="Liberation Sans"/>
                <a:cs typeface="Liberation Sans"/>
              </a:defRPr>
            </a:lvl7pPr>
            <a:lvl8pPr algn="ctr">
              <a:defRPr sz="1500" b="1" i="0">
                <a:solidFill>
                  <a:srgbClr val="FFFFFF"/>
                </a:solidFill>
                <a:latin typeface="Liberation Sans"/>
                <a:ea typeface="Liberation Sans"/>
                <a:cs typeface="Liberation Sans"/>
              </a:defRPr>
            </a:lvl8pPr>
            <a:lvl9pPr algn="ctr">
              <a:defRPr sz="1500" b="1" i="0">
                <a:solidFill>
                  <a:srgbClr val="FFFFFF"/>
                </a:solidFill>
                <a:latin typeface="Liberation Sans"/>
                <a:ea typeface="Liberation Sans"/>
                <a:cs typeface="Liberation Sans"/>
              </a:defRPr>
            </a:lvl9pPr>
          </a:lstStyle>
          <a:p xmlns:a="http://schemas.openxmlformats.org/drawingml/2006/main">
            <a:pPr algn="ctr">
              <a:defRPr sz="1500" b="1" i="0">
                <a:solidFill>
                  <a:srgbClr val="FFFFFF"/>
                </a:solidFill>
                <a:latin typeface="Liberation Sans"/>
                <a:ea typeface="Liberation Sans"/>
                <a:cs typeface="Liberation Sans"/>
              </a:defRPr>
            </a:pPr>
            <a:r>
              <a:rPr sz="1500" b="1" i="0">
                <a:solidFill>
                  <a:srgbClr val="FFFFFF"/>
                </a:solidFill>
                <a:latin typeface="Liberation Sans"/>
                <a:ea typeface="Liberation Sans"/>
                <a:cs typeface="Liberation Sans"/>
              </a:rPr>
              <a:t>4</a:t>
            </a:r>
          </a:p>
        </p:txBody>
      </p:sp>
      <p:sp>
        <p:nvSpPr>
          <p:cNvPr id="24" name="">
            <a:extLst xmlns:a="http://schemas.openxmlformats.org/drawingml/2006/main">
              <a:ext uri="{FF2B5EF4-FFF2-40B4-BE49-F238E27FC236}">
                <a16:creationId xmlns:a16="http://schemas.microsoft.com/office/drawing/2014/main" id="{91AFF02D-F17D-4681-AE8D-8EBABD889A9E}"/>
              </a:ext>
            </a:extLst>
          </p:cNvPr>
          <p:cNvSpPr>
            <a:spLocks xmlns:a="http://schemas.openxmlformats.org/drawingml/2006/main" noGrp="1"/>
          </p:cNvSpPr>
          <p:nvPr/>
        </p:nvSpPr>
        <p:spPr>
          <a:xfrm xmlns:a="http://schemas.openxmlformats.org/drawingml/2006/main">
            <a:off x="7400925" y="26955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10243A"/>
                </a:solidFill>
                <a:latin typeface="Liberation Sans"/>
                <a:ea typeface="Liberation Sans"/>
                <a:cs typeface="Liberation Sans"/>
              </a:defRPr>
            </a:defPPr>
            <a:lvl1pPr algn="l">
              <a:defRPr sz="1650" b="1" i="0">
                <a:solidFill>
                  <a:srgbClr val="10243A"/>
                </a:solidFill>
                <a:latin typeface="Liberation Sans"/>
                <a:ea typeface="Liberation Sans"/>
                <a:cs typeface="Liberation Sans"/>
              </a:defRPr>
            </a:lvl1pPr>
            <a:lvl2pPr algn="l">
              <a:defRPr sz="1650" b="1" i="0">
                <a:solidFill>
                  <a:srgbClr val="10243A"/>
                </a:solidFill>
                <a:latin typeface="Liberation Sans"/>
                <a:ea typeface="Liberation Sans"/>
                <a:cs typeface="Liberation Sans"/>
              </a:defRPr>
            </a:lvl2pPr>
            <a:lvl3pPr algn="l">
              <a:defRPr sz="1650" b="1" i="0">
                <a:solidFill>
                  <a:srgbClr val="10243A"/>
                </a:solidFill>
                <a:latin typeface="Liberation Sans"/>
                <a:ea typeface="Liberation Sans"/>
                <a:cs typeface="Liberation Sans"/>
              </a:defRPr>
            </a:lvl3pPr>
            <a:lvl4pPr algn="l">
              <a:defRPr sz="1650" b="1" i="0">
                <a:solidFill>
                  <a:srgbClr val="10243A"/>
                </a:solidFill>
                <a:latin typeface="Liberation Sans"/>
                <a:ea typeface="Liberation Sans"/>
                <a:cs typeface="Liberation Sans"/>
              </a:defRPr>
            </a:lvl4pPr>
            <a:lvl5pPr algn="l">
              <a:defRPr sz="1650" b="1" i="0">
                <a:solidFill>
                  <a:srgbClr val="10243A"/>
                </a:solidFill>
                <a:latin typeface="Liberation Sans"/>
                <a:ea typeface="Liberation Sans"/>
                <a:cs typeface="Liberation Sans"/>
              </a:defRPr>
            </a:lvl5pPr>
            <a:lvl6pPr algn="l">
              <a:defRPr sz="1650" b="1" i="0">
                <a:solidFill>
                  <a:srgbClr val="10243A"/>
                </a:solidFill>
                <a:latin typeface="Liberation Sans"/>
                <a:ea typeface="Liberation Sans"/>
                <a:cs typeface="Liberation Sans"/>
              </a:defRPr>
            </a:lvl6pPr>
            <a:lvl7pPr algn="l">
              <a:defRPr sz="1650" b="1" i="0">
                <a:solidFill>
                  <a:srgbClr val="10243A"/>
                </a:solidFill>
                <a:latin typeface="Liberation Sans"/>
                <a:ea typeface="Liberation Sans"/>
                <a:cs typeface="Liberation Sans"/>
              </a:defRPr>
            </a:lvl7pPr>
            <a:lvl8pPr algn="l">
              <a:defRPr sz="1650" b="1" i="0">
                <a:solidFill>
                  <a:srgbClr val="10243A"/>
                </a:solidFill>
                <a:latin typeface="Liberation Sans"/>
                <a:ea typeface="Liberation Sans"/>
                <a:cs typeface="Liberation Sans"/>
              </a:defRPr>
            </a:lvl8pPr>
            <a:lvl9pPr algn="l">
              <a:defRPr sz="1650" b="1" i="0">
                <a:solidFill>
                  <a:srgbClr val="10243A"/>
                </a:solidFill>
                <a:latin typeface="Liberation Sans"/>
                <a:ea typeface="Liberation Sans"/>
                <a:cs typeface="Liberation Sans"/>
              </a:defRPr>
            </a:lvl9pPr>
          </a:lstStyle>
          <a:p xmlns:a="http://schemas.openxmlformats.org/drawingml/2006/main">
            <a:pPr algn="l">
              <a:defRPr sz="1650" b="1" i="0">
                <a:solidFill>
                  <a:srgbClr val="10243A"/>
                </a:solidFill>
                <a:latin typeface="Liberation Sans"/>
                <a:ea typeface="Liberation Sans"/>
                <a:cs typeface="Liberation Sans"/>
              </a:defRPr>
            </a:pPr>
            <a:r>
              <a:rPr sz="1650" b="1" i="0">
                <a:solidFill>
                  <a:srgbClr val="10243A"/>
                </a:solidFill>
                <a:latin typeface="Liberation Sans"/>
                <a:ea typeface="Liberation Sans"/>
                <a:cs typeface="Liberation Sans"/>
              </a:rPr>
              <a:t>Add</a:t>
            </a:r>
          </a:p>
        </p:txBody>
      </p:sp>
      <p:sp>
        <p:nvSpPr>
          <p:cNvPr id="25" name="">
            <a:extLst xmlns:a="http://schemas.openxmlformats.org/drawingml/2006/main">
              <a:ext uri="{FF2B5EF4-FFF2-40B4-BE49-F238E27FC236}">
                <a16:creationId xmlns:a16="http://schemas.microsoft.com/office/drawing/2014/main" id="{9F21C970-06BC-44F6-948B-C879762F1A8B}"/>
              </a:ext>
            </a:extLst>
          </p:cNvPr>
          <p:cNvSpPr>
            <a:spLocks xmlns:a="http://schemas.openxmlformats.org/drawingml/2006/main" noGrp="1"/>
          </p:cNvSpPr>
          <p:nvPr/>
        </p:nvSpPr>
        <p:spPr>
          <a:xfrm xmlns:a="http://schemas.openxmlformats.org/drawingml/2006/main">
            <a:off x="7400925" y="30861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182B45"/>
                </a:solidFill>
                <a:latin typeface="Liberation Sans"/>
                <a:ea typeface="Liberation Sans"/>
                <a:cs typeface="Liberation Sans"/>
              </a:defRPr>
            </a:defPPr>
            <a:lvl1pPr algn="l">
              <a:defRPr sz="1350" b="0" i="0">
                <a:solidFill>
                  <a:srgbClr val="182B45"/>
                </a:solidFill>
                <a:latin typeface="Liberation Sans"/>
                <a:ea typeface="Liberation Sans"/>
                <a:cs typeface="Liberation Sans"/>
              </a:defRPr>
            </a:lvl1pPr>
            <a:lvl2pPr algn="l">
              <a:defRPr sz="1350" b="0" i="0">
                <a:solidFill>
                  <a:srgbClr val="182B45"/>
                </a:solidFill>
                <a:latin typeface="Liberation Sans"/>
                <a:ea typeface="Liberation Sans"/>
                <a:cs typeface="Liberation Sans"/>
              </a:defRPr>
            </a:lvl2pPr>
            <a:lvl3pPr algn="l">
              <a:defRPr sz="1350" b="0" i="0">
                <a:solidFill>
                  <a:srgbClr val="182B45"/>
                </a:solidFill>
                <a:latin typeface="Liberation Sans"/>
                <a:ea typeface="Liberation Sans"/>
                <a:cs typeface="Liberation Sans"/>
              </a:defRPr>
            </a:lvl3pPr>
            <a:lvl4pPr algn="l">
              <a:defRPr sz="1350" b="0" i="0">
                <a:solidFill>
                  <a:srgbClr val="182B45"/>
                </a:solidFill>
                <a:latin typeface="Liberation Sans"/>
                <a:ea typeface="Liberation Sans"/>
                <a:cs typeface="Liberation Sans"/>
              </a:defRPr>
            </a:lvl4pPr>
            <a:lvl5pPr algn="l">
              <a:defRPr sz="1350" b="0" i="0">
                <a:solidFill>
                  <a:srgbClr val="182B45"/>
                </a:solidFill>
                <a:latin typeface="Liberation Sans"/>
                <a:ea typeface="Liberation Sans"/>
                <a:cs typeface="Liberation Sans"/>
              </a:defRPr>
            </a:lvl5pPr>
            <a:lvl6pPr algn="l">
              <a:defRPr sz="1350" b="0" i="0">
                <a:solidFill>
                  <a:srgbClr val="182B45"/>
                </a:solidFill>
                <a:latin typeface="Liberation Sans"/>
                <a:ea typeface="Liberation Sans"/>
                <a:cs typeface="Liberation Sans"/>
              </a:defRPr>
            </a:lvl6pPr>
            <a:lvl7pPr algn="l">
              <a:defRPr sz="1350" b="0" i="0">
                <a:solidFill>
                  <a:srgbClr val="182B45"/>
                </a:solidFill>
                <a:latin typeface="Liberation Sans"/>
                <a:ea typeface="Liberation Sans"/>
                <a:cs typeface="Liberation Sans"/>
              </a:defRPr>
            </a:lvl7pPr>
            <a:lvl8pPr algn="l">
              <a:defRPr sz="1350" b="0" i="0">
                <a:solidFill>
                  <a:srgbClr val="182B45"/>
                </a:solidFill>
                <a:latin typeface="Liberation Sans"/>
                <a:ea typeface="Liberation Sans"/>
                <a:cs typeface="Liberation Sans"/>
              </a:defRPr>
            </a:lvl8pPr>
            <a:lvl9pPr algn="l">
              <a:defRPr sz="1350" b="0" i="0">
                <a:solidFill>
                  <a:srgbClr val="182B45"/>
                </a:solidFill>
                <a:latin typeface="Liberation Sans"/>
                <a:ea typeface="Liberation Sans"/>
                <a:cs typeface="Liberation Sans"/>
              </a:defRPr>
            </a:lvl9pPr>
          </a:lstStyle>
          <a:p xmlns:a="http://schemas.openxmlformats.org/drawingml/2006/main">
            <a:pPr algn="l">
              <a:defRPr sz="1350" b="0" i="0">
                <a:solidFill>
                  <a:srgbClr val="182B45"/>
                </a:solidFill>
                <a:latin typeface="Liberation Sans"/>
                <a:ea typeface="Liberation Sans"/>
                <a:cs typeface="Liberation Sans"/>
              </a:defRPr>
            </a:pPr>
            <a:r>
              <a:rPr sz="1350" b="0" i="0">
                <a:solidFill>
                  <a:srgbClr val="182B45"/>
                </a:solidFill>
                <a:latin typeface="Liberation Sans"/>
                <a:ea typeface="Liberation Sans"/>
                <a:cs typeface="Liberation Sans"/>
              </a:rPr>
              <a:t>sum the values for one review</a:t>
            </a:r>
          </a:p>
        </p:txBody>
      </p:sp>
      <p:sp>
        <p:nvSpPr>
          <p:cNvPr id="26" name="">
            <a:extLst xmlns:a="http://schemas.openxmlformats.org/drawingml/2006/main">
              <a:ext uri="{FF2B5EF4-FFF2-40B4-BE49-F238E27FC236}">
                <a16:creationId xmlns:a16="http://schemas.microsoft.com/office/drawing/2014/main" id="{EFB8DDAF-7781-4B58-BFD4-8B4033DD19F2}"/>
              </a:ext>
            </a:extLst>
          </p:cNvPr>
          <p:cNvSpPr>
            <a:spLocks xmlns:a="http://schemas.openxmlformats.org/drawingml/2006/main" noGrp="1"/>
          </p:cNvSpPr>
          <p:nvPr/>
        </p:nvSpPr>
        <p:spPr>
          <a:xfrm xmlns:a="http://schemas.openxmlformats.org/drawingml/2006/main">
            <a:off x="9448800" y="2200275"/>
            <a:ext cx="152400" cy="28575"/>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1D7B834-28FE-4FEC-809F-4AB0DC90B56A}"/>
              </a:ext>
            </a:extLst>
          </p:cNvPr>
          <p:cNvSpPr>
            <a:spLocks xmlns:a="http://schemas.openxmlformats.org/drawingml/2006/main" noGrp="1"/>
          </p:cNvSpPr>
          <p:nvPr/>
        </p:nvSpPr>
        <p:spPr>
          <a:xfrm xmlns:a="http://schemas.openxmlformats.org/drawingml/2006/main">
            <a:off x="9667875" y="1981200"/>
            <a:ext cx="476250" cy="476250"/>
          </a:xfrm>
          <a:prstGeom xmlns:a="http://schemas.openxmlformats.org/drawingml/2006/main" prst="ellipse">
            <a:avLst/>
          </a:prstGeom>
          <a:solidFill xmlns:a="http://schemas.openxmlformats.org/drawingml/2006/main">
            <a:srgbClr val="E6864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367AFC76-FF69-4353-81FC-0C0BBFFAE20A}"/>
              </a:ext>
            </a:extLst>
          </p:cNvPr>
          <p:cNvSpPr>
            <a:spLocks xmlns:a="http://schemas.openxmlformats.org/drawingml/2006/main" noGrp="1"/>
          </p:cNvSpPr>
          <p:nvPr/>
        </p:nvSpPr>
        <p:spPr>
          <a:xfrm xmlns:a="http://schemas.openxmlformats.org/drawingml/2006/main">
            <a:off x="9667875" y="20764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00" b="1" i="0">
                <a:solidFill>
                  <a:srgbClr val="FFFFFF"/>
                </a:solidFill>
                <a:latin typeface="Liberation Sans"/>
                <a:ea typeface="Liberation Sans"/>
                <a:cs typeface="Liberation Sans"/>
              </a:defRPr>
            </a:defPPr>
            <a:lvl1pPr algn="ctr">
              <a:defRPr sz="1500" b="1" i="0">
                <a:solidFill>
                  <a:srgbClr val="FFFFFF"/>
                </a:solidFill>
                <a:latin typeface="Liberation Sans"/>
                <a:ea typeface="Liberation Sans"/>
                <a:cs typeface="Liberation Sans"/>
              </a:defRPr>
            </a:lvl1pPr>
            <a:lvl2pPr algn="ctr">
              <a:defRPr sz="1500" b="1" i="0">
                <a:solidFill>
                  <a:srgbClr val="FFFFFF"/>
                </a:solidFill>
                <a:latin typeface="Liberation Sans"/>
                <a:ea typeface="Liberation Sans"/>
                <a:cs typeface="Liberation Sans"/>
              </a:defRPr>
            </a:lvl2pPr>
            <a:lvl3pPr algn="ctr">
              <a:defRPr sz="1500" b="1" i="0">
                <a:solidFill>
                  <a:srgbClr val="FFFFFF"/>
                </a:solidFill>
                <a:latin typeface="Liberation Sans"/>
                <a:ea typeface="Liberation Sans"/>
                <a:cs typeface="Liberation Sans"/>
              </a:defRPr>
            </a:lvl3pPr>
            <a:lvl4pPr algn="ctr">
              <a:defRPr sz="1500" b="1" i="0">
                <a:solidFill>
                  <a:srgbClr val="FFFFFF"/>
                </a:solidFill>
                <a:latin typeface="Liberation Sans"/>
                <a:ea typeface="Liberation Sans"/>
                <a:cs typeface="Liberation Sans"/>
              </a:defRPr>
            </a:lvl4pPr>
            <a:lvl5pPr algn="ctr">
              <a:defRPr sz="1500" b="1" i="0">
                <a:solidFill>
                  <a:srgbClr val="FFFFFF"/>
                </a:solidFill>
                <a:latin typeface="Liberation Sans"/>
                <a:ea typeface="Liberation Sans"/>
                <a:cs typeface="Liberation Sans"/>
              </a:defRPr>
            </a:lvl5pPr>
            <a:lvl6pPr algn="ctr">
              <a:defRPr sz="1500" b="1" i="0">
                <a:solidFill>
                  <a:srgbClr val="FFFFFF"/>
                </a:solidFill>
                <a:latin typeface="Liberation Sans"/>
                <a:ea typeface="Liberation Sans"/>
                <a:cs typeface="Liberation Sans"/>
              </a:defRPr>
            </a:lvl6pPr>
            <a:lvl7pPr algn="ctr">
              <a:defRPr sz="1500" b="1" i="0">
                <a:solidFill>
                  <a:srgbClr val="FFFFFF"/>
                </a:solidFill>
                <a:latin typeface="Liberation Sans"/>
                <a:ea typeface="Liberation Sans"/>
                <a:cs typeface="Liberation Sans"/>
              </a:defRPr>
            </a:lvl7pPr>
            <a:lvl8pPr algn="ctr">
              <a:defRPr sz="1500" b="1" i="0">
                <a:solidFill>
                  <a:srgbClr val="FFFFFF"/>
                </a:solidFill>
                <a:latin typeface="Liberation Sans"/>
                <a:ea typeface="Liberation Sans"/>
                <a:cs typeface="Liberation Sans"/>
              </a:defRPr>
            </a:lvl8pPr>
            <a:lvl9pPr algn="ctr">
              <a:defRPr sz="1500" b="1" i="0">
                <a:solidFill>
                  <a:srgbClr val="FFFFFF"/>
                </a:solidFill>
                <a:latin typeface="Liberation Sans"/>
                <a:ea typeface="Liberation Sans"/>
                <a:cs typeface="Liberation Sans"/>
              </a:defRPr>
            </a:lvl9pPr>
          </a:lstStyle>
          <a:p xmlns:a="http://schemas.openxmlformats.org/drawingml/2006/main">
            <a:pPr algn="ctr">
              <a:defRPr sz="1500" b="1" i="0">
                <a:solidFill>
                  <a:srgbClr val="FFFFFF"/>
                </a:solidFill>
                <a:latin typeface="Liberation Sans"/>
                <a:ea typeface="Liberation Sans"/>
                <a:cs typeface="Liberation Sans"/>
              </a:defRPr>
            </a:pPr>
            <a:r>
              <a:rPr sz="1500" b="1" i="0">
                <a:solidFill>
                  <a:srgbClr val="FFFFFF"/>
                </a:solidFill>
                <a:latin typeface="Liberation Sans"/>
                <a:ea typeface="Liberation Sans"/>
                <a:cs typeface="Liberation Sans"/>
              </a:rPr>
              <a:t>5</a:t>
            </a:r>
          </a:p>
        </p:txBody>
      </p:sp>
      <p:sp>
        <p:nvSpPr>
          <p:cNvPr id="29" name="">
            <a:extLst xmlns:a="http://schemas.openxmlformats.org/drawingml/2006/main">
              <a:ext uri="{FF2B5EF4-FFF2-40B4-BE49-F238E27FC236}">
                <a16:creationId xmlns:a16="http://schemas.microsoft.com/office/drawing/2014/main" id="{AD35D621-B9B3-4775-A3F7-055E7FEA8A13}"/>
              </a:ext>
            </a:extLst>
          </p:cNvPr>
          <p:cNvSpPr>
            <a:spLocks xmlns:a="http://schemas.openxmlformats.org/drawingml/2006/main" noGrp="1"/>
          </p:cNvSpPr>
          <p:nvPr/>
        </p:nvSpPr>
        <p:spPr>
          <a:xfrm xmlns:a="http://schemas.openxmlformats.org/drawingml/2006/main">
            <a:off x="9629775" y="26955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10243A"/>
                </a:solidFill>
                <a:latin typeface="Liberation Sans"/>
                <a:ea typeface="Liberation Sans"/>
                <a:cs typeface="Liberation Sans"/>
              </a:defRPr>
            </a:defPPr>
            <a:lvl1pPr algn="l">
              <a:defRPr sz="1650" b="1" i="0">
                <a:solidFill>
                  <a:srgbClr val="10243A"/>
                </a:solidFill>
                <a:latin typeface="Liberation Sans"/>
                <a:ea typeface="Liberation Sans"/>
                <a:cs typeface="Liberation Sans"/>
              </a:defRPr>
            </a:lvl1pPr>
            <a:lvl2pPr algn="l">
              <a:defRPr sz="1650" b="1" i="0">
                <a:solidFill>
                  <a:srgbClr val="10243A"/>
                </a:solidFill>
                <a:latin typeface="Liberation Sans"/>
                <a:ea typeface="Liberation Sans"/>
                <a:cs typeface="Liberation Sans"/>
              </a:defRPr>
            </a:lvl2pPr>
            <a:lvl3pPr algn="l">
              <a:defRPr sz="1650" b="1" i="0">
                <a:solidFill>
                  <a:srgbClr val="10243A"/>
                </a:solidFill>
                <a:latin typeface="Liberation Sans"/>
                <a:ea typeface="Liberation Sans"/>
                <a:cs typeface="Liberation Sans"/>
              </a:defRPr>
            </a:lvl3pPr>
            <a:lvl4pPr algn="l">
              <a:defRPr sz="1650" b="1" i="0">
                <a:solidFill>
                  <a:srgbClr val="10243A"/>
                </a:solidFill>
                <a:latin typeface="Liberation Sans"/>
                <a:ea typeface="Liberation Sans"/>
                <a:cs typeface="Liberation Sans"/>
              </a:defRPr>
            </a:lvl4pPr>
            <a:lvl5pPr algn="l">
              <a:defRPr sz="1650" b="1" i="0">
                <a:solidFill>
                  <a:srgbClr val="10243A"/>
                </a:solidFill>
                <a:latin typeface="Liberation Sans"/>
                <a:ea typeface="Liberation Sans"/>
                <a:cs typeface="Liberation Sans"/>
              </a:defRPr>
            </a:lvl5pPr>
            <a:lvl6pPr algn="l">
              <a:defRPr sz="1650" b="1" i="0">
                <a:solidFill>
                  <a:srgbClr val="10243A"/>
                </a:solidFill>
                <a:latin typeface="Liberation Sans"/>
                <a:ea typeface="Liberation Sans"/>
                <a:cs typeface="Liberation Sans"/>
              </a:defRPr>
            </a:lvl6pPr>
            <a:lvl7pPr algn="l">
              <a:defRPr sz="1650" b="1" i="0">
                <a:solidFill>
                  <a:srgbClr val="10243A"/>
                </a:solidFill>
                <a:latin typeface="Liberation Sans"/>
                <a:ea typeface="Liberation Sans"/>
                <a:cs typeface="Liberation Sans"/>
              </a:defRPr>
            </a:lvl7pPr>
            <a:lvl8pPr algn="l">
              <a:defRPr sz="1650" b="1" i="0">
                <a:solidFill>
                  <a:srgbClr val="10243A"/>
                </a:solidFill>
                <a:latin typeface="Liberation Sans"/>
                <a:ea typeface="Liberation Sans"/>
                <a:cs typeface="Liberation Sans"/>
              </a:defRPr>
            </a:lvl8pPr>
            <a:lvl9pPr algn="l">
              <a:defRPr sz="1650" b="1" i="0">
                <a:solidFill>
                  <a:srgbClr val="10243A"/>
                </a:solidFill>
                <a:latin typeface="Liberation Sans"/>
                <a:ea typeface="Liberation Sans"/>
                <a:cs typeface="Liberation Sans"/>
              </a:defRPr>
            </a:lvl9pPr>
          </a:lstStyle>
          <a:p xmlns:a="http://schemas.openxmlformats.org/drawingml/2006/main">
            <a:pPr algn="l">
              <a:defRPr sz="1650" b="1" i="0">
                <a:solidFill>
                  <a:srgbClr val="10243A"/>
                </a:solidFill>
                <a:latin typeface="Liberation Sans"/>
                <a:ea typeface="Liberation Sans"/>
                <a:cs typeface="Liberation Sans"/>
              </a:defRPr>
            </a:pPr>
            <a:r>
              <a:rPr sz="1650" b="1" i="0">
                <a:solidFill>
                  <a:srgbClr val="10243A"/>
                </a:solidFill>
                <a:latin typeface="Liberation Sans"/>
                <a:ea typeface="Liberation Sans"/>
                <a:cs typeface="Liberation Sans"/>
              </a:rPr>
              <a:t>Classify</a:t>
            </a:r>
          </a:p>
        </p:txBody>
      </p:sp>
      <p:sp>
        <p:nvSpPr>
          <p:cNvPr id="30" name="">
            <a:extLst xmlns:a="http://schemas.openxmlformats.org/drawingml/2006/main">
              <a:ext uri="{FF2B5EF4-FFF2-40B4-BE49-F238E27FC236}">
                <a16:creationId xmlns:a16="http://schemas.microsoft.com/office/drawing/2014/main" id="{D995A99C-8D2D-49DD-A732-B7AB4C0CE6F9}"/>
              </a:ext>
            </a:extLst>
          </p:cNvPr>
          <p:cNvSpPr>
            <a:spLocks xmlns:a="http://schemas.openxmlformats.org/drawingml/2006/main" noGrp="1"/>
          </p:cNvSpPr>
          <p:nvPr/>
        </p:nvSpPr>
        <p:spPr>
          <a:xfrm xmlns:a="http://schemas.openxmlformats.org/drawingml/2006/main">
            <a:off x="9629775" y="30861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182B45"/>
                </a:solidFill>
                <a:latin typeface="Liberation Sans"/>
                <a:ea typeface="Liberation Sans"/>
                <a:cs typeface="Liberation Sans"/>
              </a:defRPr>
            </a:defPPr>
            <a:lvl1pPr algn="l">
              <a:defRPr sz="1350" b="0" i="0">
                <a:solidFill>
                  <a:srgbClr val="182B45"/>
                </a:solidFill>
                <a:latin typeface="Liberation Sans"/>
                <a:ea typeface="Liberation Sans"/>
                <a:cs typeface="Liberation Sans"/>
              </a:defRPr>
            </a:lvl1pPr>
            <a:lvl2pPr algn="l">
              <a:defRPr sz="1350" b="0" i="0">
                <a:solidFill>
                  <a:srgbClr val="182B45"/>
                </a:solidFill>
                <a:latin typeface="Liberation Sans"/>
                <a:ea typeface="Liberation Sans"/>
                <a:cs typeface="Liberation Sans"/>
              </a:defRPr>
            </a:lvl2pPr>
            <a:lvl3pPr algn="l">
              <a:defRPr sz="1350" b="0" i="0">
                <a:solidFill>
                  <a:srgbClr val="182B45"/>
                </a:solidFill>
                <a:latin typeface="Liberation Sans"/>
                <a:ea typeface="Liberation Sans"/>
                <a:cs typeface="Liberation Sans"/>
              </a:defRPr>
            </a:lvl3pPr>
            <a:lvl4pPr algn="l">
              <a:defRPr sz="1350" b="0" i="0">
                <a:solidFill>
                  <a:srgbClr val="182B45"/>
                </a:solidFill>
                <a:latin typeface="Liberation Sans"/>
                <a:ea typeface="Liberation Sans"/>
                <a:cs typeface="Liberation Sans"/>
              </a:defRPr>
            </a:lvl4pPr>
            <a:lvl5pPr algn="l">
              <a:defRPr sz="1350" b="0" i="0">
                <a:solidFill>
                  <a:srgbClr val="182B45"/>
                </a:solidFill>
                <a:latin typeface="Liberation Sans"/>
                <a:ea typeface="Liberation Sans"/>
                <a:cs typeface="Liberation Sans"/>
              </a:defRPr>
            </a:lvl5pPr>
            <a:lvl6pPr algn="l">
              <a:defRPr sz="1350" b="0" i="0">
                <a:solidFill>
                  <a:srgbClr val="182B45"/>
                </a:solidFill>
                <a:latin typeface="Liberation Sans"/>
                <a:ea typeface="Liberation Sans"/>
                <a:cs typeface="Liberation Sans"/>
              </a:defRPr>
            </a:lvl6pPr>
            <a:lvl7pPr algn="l">
              <a:defRPr sz="1350" b="0" i="0">
                <a:solidFill>
                  <a:srgbClr val="182B45"/>
                </a:solidFill>
                <a:latin typeface="Liberation Sans"/>
                <a:ea typeface="Liberation Sans"/>
                <a:cs typeface="Liberation Sans"/>
              </a:defRPr>
            </a:lvl7pPr>
            <a:lvl8pPr algn="l">
              <a:defRPr sz="1350" b="0" i="0">
                <a:solidFill>
                  <a:srgbClr val="182B45"/>
                </a:solidFill>
                <a:latin typeface="Liberation Sans"/>
                <a:ea typeface="Liberation Sans"/>
                <a:cs typeface="Liberation Sans"/>
              </a:defRPr>
            </a:lvl8pPr>
            <a:lvl9pPr algn="l">
              <a:defRPr sz="1350" b="0" i="0">
                <a:solidFill>
                  <a:srgbClr val="182B45"/>
                </a:solidFill>
                <a:latin typeface="Liberation Sans"/>
                <a:ea typeface="Liberation Sans"/>
                <a:cs typeface="Liberation Sans"/>
              </a:defRPr>
            </a:lvl9pPr>
          </a:lstStyle>
          <a:p xmlns:a="http://schemas.openxmlformats.org/drawingml/2006/main">
            <a:pPr algn="l">
              <a:defRPr sz="1350" b="0" i="0">
                <a:solidFill>
                  <a:srgbClr val="182B45"/>
                </a:solidFill>
                <a:latin typeface="Liberation Sans"/>
                <a:ea typeface="Liberation Sans"/>
                <a:cs typeface="Liberation Sans"/>
              </a:defRPr>
            </a:pPr>
            <a:r>
              <a:rPr sz="1350" b="0" i="0">
                <a:solidFill>
                  <a:srgbClr val="182B45"/>
                </a:solidFill>
                <a:latin typeface="Liberation Sans"/>
                <a:ea typeface="Liberation Sans"/>
                <a:cs typeface="Liberation Sans"/>
              </a:rPr>
              <a:t>positive, negative, or neutral</a:t>
            </a:r>
          </a:p>
        </p:txBody>
      </p:sp>
      <p:sp>
        <p:nvSpPr>
          <p:cNvPr id="31" name="">
            <a:extLst xmlns:a="http://schemas.openxmlformats.org/drawingml/2006/main">
              <a:ext uri="{FF2B5EF4-FFF2-40B4-BE49-F238E27FC236}">
                <a16:creationId xmlns:a16="http://schemas.microsoft.com/office/drawing/2014/main" id="{0322F804-630F-4EB7-99FF-6327E173B35B}"/>
              </a:ext>
            </a:extLst>
          </p:cNvPr>
          <p:cNvSpPr>
            <a:spLocks xmlns:a="http://schemas.openxmlformats.org/drawingml/2006/main" noGrp="1"/>
          </p:cNvSpPr>
          <p:nvPr/>
        </p:nvSpPr>
        <p:spPr>
          <a:xfrm xmlns:a="http://schemas.openxmlformats.org/drawingml/2006/main">
            <a:off x="723900" y="4305300"/>
            <a:ext cx="10744200" cy="9525"/>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715AAF4-2947-48CB-BFAA-25B91F3E6A31}"/>
              </a:ext>
            </a:extLst>
          </p:cNvPr>
          <p:cNvSpPr>
            <a:spLocks xmlns:a="http://schemas.openxmlformats.org/drawingml/2006/main" noGrp="1"/>
          </p:cNvSpPr>
          <p:nvPr/>
        </p:nvSpPr>
        <p:spPr>
          <a:xfrm xmlns:a="http://schemas.openxmlformats.org/drawingml/2006/main">
            <a:off x="723900" y="4543425"/>
            <a:ext cx="552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536579"/>
                </a:solidFill>
                <a:latin typeface="Liberation Sans"/>
                <a:ea typeface="Liberation Sans"/>
                <a:cs typeface="Liberation Sans"/>
              </a:defRPr>
            </a:defPPr>
            <a:lvl1pPr algn="l">
              <a:defRPr sz="1425" b="1" i="0">
                <a:solidFill>
                  <a:srgbClr val="536579"/>
                </a:solidFill>
                <a:latin typeface="Liberation Sans"/>
                <a:ea typeface="Liberation Sans"/>
                <a:cs typeface="Liberation Sans"/>
              </a:defRPr>
            </a:lvl1pPr>
            <a:lvl2pPr algn="l">
              <a:defRPr sz="1425" b="1" i="0">
                <a:solidFill>
                  <a:srgbClr val="536579"/>
                </a:solidFill>
                <a:latin typeface="Liberation Sans"/>
                <a:ea typeface="Liberation Sans"/>
                <a:cs typeface="Liberation Sans"/>
              </a:defRPr>
            </a:lvl2pPr>
            <a:lvl3pPr algn="l">
              <a:defRPr sz="1425" b="1" i="0">
                <a:solidFill>
                  <a:srgbClr val="536579"/>
                </a:solidFill>
                <a:latin typeface="Liberation Sans"/>
                <a:ea typeface="Liberation Sans"/>
                <a:cs typeface="Liberation Sans"/>
              </a:defRPr>
            </a:lvl3pPr>
            <a:lvl4pPr algn="l">
              <a:defRPr sz="1425" b="1" i="0">
                <a:solidFill>
                  <a:srgbClr val="536579"/>
                </a:solidFill>
                <a:latin typeface="Liberation Sans"/>
                <a:ea typeface="Liberation Sans"/>
                <a:cs typeface="Liberation Sans"/>
              </a:defRPr>
            </a:lvl4pPr>
            <a:lvl5pPr algn="l">
              <a:defRPr sz="1425" b="1" i="0">
                <a:solidFill>
                  <a:srgbClr val="536579"/>
                </a:solidFill>
                <a:latin typeface="Liberation Sans"/>
                <a:ea typeface="Liberation Sans"/>
                <a:cs typeface="Liberation Sans"/>
              </a:defRPr>
            </a:lvl5pPr>
            <a:lvl6pPr algn="l">
              <a:defRPr sz="1425" b="1" i="0">
                <a:solidFill>
                  <a:srgbClr val="536579"/>
                </a:solidFill>
                <a:latin typeface="Liberation Sans"/>
                <a:ea typeface="Liberation Sans"/>
                <a:cs typeface="Liberation Sans"/>
              </a:defRPr>
            </a:lvl6pPr>
            <a:lvl7pPr algn="l">
              <a:defRPr sz="1425" b="1" i="0">
                <a:solidFill>
                  <a:srgbClr val="536579"/>
                </a:solidFill>
                <a:latin typeface="Liberation Sans"/>
                <a:ea typeface="Liberation Sans"/>
                <a:cs typeface="Liberation Sans"/>
              </a:defRPr>
            </a:lvl7pPr>
            <a:lvl8pPr algn="l">
              <a:defRPr sz="1425" b="1" i="0">
                <a:solidFill>
                  <a:srgbClr val="536579"/>
                </a:solidFill>
                <a:latin typeface="Liberation Sans"/>
                <a:ea typeface="Liberation Sans"/>
                <a:cs typeface="Liberation Sans"/>
              </a:defRPr>
            </a:lvl8pPr>
            <a:lvl9pPr algn="l">
              <a:defRPr sz="1425" b="1" i="0">
                <a:solidFill>
                  <a:srgbClr val="536579"/>
                </a:solidFill>
                <a:latin typeface="Liberation Sans"/>
                <a:ea typeface="Liberation Sans"/>
                <a:cs typeface="Liberation Sans"/>
              </a:defRPr>
            </a:lvl9pPr>
          </a:lstStyle>
          <a:p xmlns:a="http://schemas.openxmlformats.org/drawingml/2006/main">
            <a:pPr algn="l">
              <a:defRPr sz="1425" b="1" i="0">
                <a:solidFill>
                  <a:srgbClr val="536579"/>
                </a:solidFill>
                <a:latin typeface="Liberation Sans"/>
                <a:ea typeface="Liberation Sans"/>
                <a:cs typeface="Liberation Sans"/>
              </a:defRPr>
            </a:pPr>
            <a:r>
              <a:rPr sz="1425" b="1" i="0">
                <a:solidFill>
                  <a:srgbClr val="536579"/>
                </a:solidFill>
                <a:latin typeface="Liberation Sans"/>
                <a:ea typeface="Liberation Sans"/>
                <a:cs typeface="Liberation Sans"/>
              </a:rPr>
              <a:t>Example word values from the earlier activities</a:t>
            </a:r>
          </a:p>
        </p:txBody>
      </p:sp>
      <p:sp>
        <p:nvSpPr>
          <p:cNvPr id="33" name="">
            <a:extLst xmlns:a="http://schemas.openxmlformats.org/drawingml/2006/main">
              <a:ext uri="{FF2B5EF4-FFF2-40B4-BE49-F238E27FC236}">
                <a16:creationId xmlns:a16="http://schemas.microsoft.com/office/drawing/2014/main" id="{BE6A5669-EAB2-4630-9316-EA06C6551F94}"/>
              </a:ext>
            </a:extLst>
          </p:cNvPr>
          <p:cNvSpPr>
            <a:spLocks xmlns:a="http://schemas.openxmlformats.org/drawingml/2006/main" noGrp="1"/>
          </p:cNvSpPr>
          <p:nvPr/>
        </p:nvSpPr>
        <p:spPr>
          <a:xfrm xmlns:a="http://schemas.openxmlformats.org/drawingml/2006/main">
            <a:off x="723900" y="4953000"/>
            <a:ext cx="1038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i="0">
                <a:solidFill>
                  <a:srgbClr val="10243A"/>
                </a:solidFill>
                <a:latin typeface="Liberation Sans"/>
                <a:ea typeface="Liberation Sans"/>
                <a:cs typeface="Liberation Sans"/>
              </a:defRPr>
            </a:defPPr>
            <a:lvl1pPr algn="l">
              <a:defRPr sz="2025" b="1" i="0">
                <a:solidFill>
                  <a:srgbClr val="10243A"/>
                </a:solidFill>
                <a:latin typeface="Liberation Sans"/>
                <a:ea typeface="Liberation Sans"/>
                <a:cs typeface="Liberation Sans"/>
              </a:defRPr>
            </a:lvl1pPr>
            <a:lvl2pPr algn="l">
              <a:defRPr sz="2025" b="1" i="0">
                <a:solidFill>
                  <a:srgbClr val="10243A"/>
                </a:solidFill>
                <a:latin typeface="Liberation Sans"/>
                <a:ea typeface="Liberation Sans"/>
                <a:cs typeface="Liberation Sans"/>
              </a:defRPr>
            </a:lvl2pPr>
            <a:lvl3pPr algn="l">
              <a:defRPr sz="2025" b="1" i="0">
                <a:solidFill>
                  <a:srgbClr val="10243A"/>
                </a:solidFill>
                <a:latin typeface="Liberation Sans"/>
                <a:ea typeface="Liberation Sans"/>
                <a:cs typeface="Liberation Sans"/>
              </a:defRPr>
            </a:lvl3pPr>
            <a:lvl4pPr algn="l">
              <a:defRPr sz="2025" b="1" i="0">
                <a:solidFill>
                  <a:srgbClr val="10243A"/>
                </a:solidFill>
                <a:latin typeface="Liberation Sans"/>
                <a:ea typeface="Liberation Sans"/>
                <a:cs typeface="Liberation Sans"/>
              </a:defRPr>
            </a:lvl4pPr>
            <a:lvl5pPr algn="l">
              <a:defRPr sz="2025" b="1" i="0">
                <a:solidFill>
                  <a:srgbClr val="10243A"/>
                </a:solidFill>
                <a:latin typeface="Liberation Sans"/>
                <a:ea typeface="Liberation Sans"/>
                <a:cs typeface="Liberation Sans"/>
              </a:defRPr>
            </a:lvl5pPr>
            <a:lvl6pPr algn="l">
              <a:defRPr sz="2025" b="1" i="0">
                <a:solidFill>
                  <a:srgbClr val="10243A"/>
                </a:solidFill>
                <a:latin typeface="Liberation Sans"/>
                <a:ea typeface="Liberation Sans"/>
                <a:cs typeface="Liberation Sans"/>
              </a:defRPr>
            </a:lvl6pPr>
            <a:lvl7pPr algn="l">
              <a:defRPr sz="2025" b="1" i="0">
                <a:solidFill>
                  <a:srgbClr val="10243A"/>
                </a:solidFill>
                <a:latin typeface="Liberation Sans"/>
                <a:ea typeface="Liberation Sans"/>
                <a:cs typeface="Liberation Sans"/>
              </a:defRPr>
            </a:lvl7pPr>
            <a:lvl8pPr algn="l">
              <a:defRPr sz="2025" b="1" i="0">
                <a:solidFill>
                  <a:srgbClr val="10243A"/>
                </a:solidFill>
                <a:latin typeface="Liberation Sans"/>
                <a:ea typeface="Liberation Sans"/>
                <a:cs typeface="Liberation Sans"/>
              </a:defRPr>
            </a:lvl8pPr>
            <a:lvl9pPr algn="l">
              <a:defRPr sz="2025" b="1" i="0">
                <a:solidFill>
                  <a:srgbClr val="10243A"/>
                </a:solidFill>
                <a:latin typeface="Liberation Sans"/>
                <a:ea typeface="Liberation Sans"/>
                <a:cs typeface="Liberation Sans"/>
              </a:defRPr>
            </a:lvl9pPr>
          </a:lstStyle>
          <a:p xmlns:a="http://schemas.openxmlformats.org/drawingml/2006/main">
            <a:pPr algn="l">
              <a:defRPr sz="2025" b="1" i="0">
                <a:solidFill>
                  <a:srgbClr val="10243A"/>
                </a:solidFill>
                <a:latin typeface="Liberation Sans"/>
                <a:ea typeface="Liberation Sans"/>
                <a:cs typeface="Liberation Sans"/>
              </a:defRPr>
            </a:pPr>
            <a:r>
              <a:rPr sz="2025" b="1" i="0">
                <a:solidFill>
                  <a:srgbClr val="10243A"/>
                </a:solidFill>
                <a:latin typeface="Liberation Sans"/>
                <a:ea typeface="Liberation Sans"/>
                <a:cs typeface="Liberation Sans"/>
              </a:rPr>
              <a:t>happily  +2.32     terrible  −3.38     cold  −0.04</a:t>
            </a:r>
          </a:p>
        </p:txBody>
      </p:sp>
      <p:sp>
        <p:nvSpPr>
          <p:cNvPr id="34" name="">
            <a:extLst xmlns:a="http://schemas.openxmlformats.org/drawingml/2006/main">
              <a:ext uri="{FF2B5EF4-FFF2-40B4-BE49-F238E27FC236}">
                <a16:creationId xmlns:a16="http://schemas.microsoft.com/office/drawing/2014/main" id="{494DC07D-F0A3-4173-90FD-D014522DB6FA}"/>
              </a:ext>
            </a:extLst>
          </p:cNvPr>
          <p:cNvSpPr>
            <a:spLocks xmlns:a="http://schemas.openxmlformats.org/drawingml/2006/main" noGrp="1"/>
          </p:cNvSpPr>
          <p:nvPr/>
        </p:nvSpPr>
        <p:spPr>
          <a:xfrm xmlns:a="http://schemas.openxmlformats.org/drawingml/2006/main">
            <a:off x="723900" y="5495925"/>
            <a:ext cx="1038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34877E"/>
                </a:solidFill>
                <a:latin typeface="Liberation Sans"/>
                <a:ea typeface="Liberation Sans"/>
                <a:cs typeface="Liberation Sans"/>
              </a:defRPr>
            </a:defPPr>
            <a:lvl1pPr algn="l">
              <a:defRPr sz="1650" b="1" i="0">
                <a:solidFill>
                  <a:srgbClr val="34877E"/>
                </a:solidFill>
                <a:latin typeface="Liberation Sans"/>
                <a:ea typeface="Liberation Sans"/>
                <a:cs typeface="Liberation Sans"/>
              </a:defRPr>
            </a:lvl1pPr>
            <a:lvl2pPr algn="l">
              <a:defRPr sz="1650" b="1" i="0">
                <a:solidFill>
                  <a:srgbClr val="34877E"/>
                </a:solidFill>
                <a:latin typeface="Liberation Sans"/>
                <a:ea typeface="Liberation Sans"/>
                <a:cs typeface="Liberation Sans"/>
              </a:defRPr>
            </a:lvl2pPr>
            <a:lvl3pPr algn="l">
              <a:defRPr sz="1650" b="1" i="0">
                <a:solidFill>
                  <a:srgbClr val="34877E"/>
                </a:solidFill>
                <a:latin typeface="Liberation Sans"/>
                <a:ea typeface="Liberation Sans"/>
                <a:cs typeface="Liberation Sans"/>
              </a:defRPr>
            </a:lvl3pPr>
            <a:lvl4pPr algn="l">
              <a:defRPr sz="1650" b="1" i="0">
                <a:solidFill>
                  <a:srgbClr val="34877E"/>
                </a:solidFill>
                <a:latin typeface="Liberation Sans"/>
                <a:ea typeface="Liberation Sans"/>
                <a:cs typeface="Liberation Sans"/>
              </a:defRPr>
            </a:lvl4pPr>
            <a:lvl5pPr algn="l">
              <a:defRPr sz="1650" b="1" i="0">
                <a:solidFill>
                  <a:srgbClr val="34877E"/>
                </a:solidFill>
                <a:latin typeface="Liberation Sans"/>
                <a:ea typeface="Liberation Sans"/>
                <a:cs typeface="Liberation Sans"/>
              </a:defRPr>
            </a:lvl5pPr>
            <a:lvl6pPr algn="l">
              <a:defRPr sz="1650" b="1" i="0">
                <a:solidFill>
                  <a:srgbClr val="34877E"/>
                </a:solidFill>
                <a:latin typeface="Liberation Sans"/>
                <a:ea typeface="Liberation Sans"/>
                <a:cs typeface="Liberation Sans"/>
              </a:defRPr>
            </a:lvl6pPr>
            <a:lvl7pPr algn="l">
              <a:defRPr sz="1650" b="1" i="0">
                <a:solidFill>
                  <a:srgbClr val="34877E"/>
                </a:solidFill>
                <a:latin typeface="Liberation Sans"/>
                <a:ea typeface="Liberation Sans"/>
                <a:cs typeface="Liberation Sans"/>
              </a:defRPr>
            </a:lvl7pPr>
            <a:lvl8pPr algn="l">
              <a:defRPr sz="1650" b="1" i="0">
                <a:solidFill>
                  <a:srgbClr val="34877E"/>
                </a:solidFill>
                <a:latin typeface="Liberation Sans"/>
                <a:ea typeface="Liberation Sans"/>
                <a:cs typeface="Liberation Sans"/>
              </a:defRPr>
            </a:lvl8pPr>
            <a:lvl9pPr algn="l">
              <a:defRPr sz="1650" b="1" i="0">
                <a:solidFill>
                  <a:srgbClr val="34877E"/>
                </a:solidFill>
                <a:latin typeface="Liberation Sans"/>
                <a:ea typeface="Liberation Sans"/>
                <a:cs typeface="Liberation Sans"/>
              </a:defRPr>
            </a:lvl9pPr>
          </a:lstStyle>
          <a:p xmlns:a="http://schemas.openxmlformats.org/drawingml/2006/main">
            <a:pPr algn="l">
              <a:defRPr sz="1650" b="1" i="0">
                <a:solidFill>
                  <a:srgbClr val="34877E"/>
                </a:solidFill>
                <a:latin typeface="Liberation Sans"/>
                <a:ea typeface="Liberation Sans"/>
                <a:cs typeface="Liberation Sans"/>
              </a:defRPr>
            </a:pPr>
            <a:r>
              <a:rPr sz="1650" b="1" i="0">
                <a:solidFill>
                  <a:srgbClr val="34877E"/>
                </a:solidFill>
                <a:latin typeface="Liberation Sans"/>
                <a:ea typeface="Liberation Sans"/>
                <a:cs typeface="Liberation Sans"/>
              </a:rPr>
              <a:t>Together: −1.10 → a negative overall score</a:t>
            </a:r>
          </a:p>
        </p:txBody>
      </p:sp>
    </p:spTree>
    <p:extLst>
      <p:ext uri="{BB962C8B-B14F-4D97-AF65-F5344CB8AC3E}">
        <p14:creationId xmlns:p14="http://schemas.microsoft.com/office/powerpoint/2010/main" val="1722911701"/>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19E5CFA-9CF2-4A85-8024-ED395ADCD7AA}"/>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34877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9D80657-A0B9-49E1-B69C-B36B3A883D38}"/>
              </a:ext>
            </a:extLst>
          </p:cNvPr>
          <p:cNvSpPr>
            <a:spLocks xmlns:a="http://schemas.openxmlformats.org/drawingml/2006/main" noGrp="1"/>
          </p:cNvSpPr>
          <p:nvPr/>
        </p:nvSpPr>
        <p:spPr>
          <a:xfrm xmlns:a="http://schemas.openxmlformats.org/drawingml/2006/main">
            <a:off x="685800" y="457200"/>
            <a:ext cx="1076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i="0">
                <a:solidFill>
                  <a:srgbClr val="10243A"/>
                </a:solidFill>
                <a:latin typeface="Liberation Sans"/>
                <a:ea typeface="Liberation Sans"/>
                <a:cs typeface="Liberation Sans"/>
              </a:defRPr>
            </a:defPPr>
            <a:lvl1pPr algn="l">
              <a:defRPr sz="2850" b="1" i="0">
                <a:solidFill>
                  <a:srgbClr val="10243A"/>
                </a:solidFill>
                <a:latin typeface="Liberation Sans"/>
                <a:ea typeface="Liberation Sans"/>
                <a:cs typeface="Liberation Sans"/>
              </a:defRPr>
            </a:lvl1pPr>
            <a:lvl2pPr algn="l">
              <a:defRPr sz="2850" b="1" i="0">
                <a:solidFill>
                  <a:srgbClr val="10243A"/>
                </a:solidFill>
                <a:latin typeface="Liberation Sans"/>
                <a:ea typeface="Liberation Sans"/>
                <a:cs typeface="Liberation Sans"/>
              </a:defRPr>
            </a:lvl2pPr>
            <a:lvl3pPr algn="l">
              <a:defRPr sz="2850" b="1" i="0">
                <a:solidFill>
                  <a:srgbClr val="10243A"/>
                </a:solidFill>
                <a:latin typeface="Liberation Sans"/>
                <a:ea typeface="Liberation Sans"/>
                <a:cs typeface="Liberation Sans"/>
              </a:defRPr>
            </a:lvl3pPr>
            <a:lvl4pPr algn="l">
              <a:defRPr sz="2850" b="1" i="0">
                <a:solidFill>
                  <a:srgbClr val="10243A"/>
                </a:solidFill>
                <a:latin typeface="Liberation Sans"/>
                <a:ea typeface="Liberation Sans"/>
                <a:cs typeface="Liberation Sans"/>
              </a:defRPr>
            </a:lvl4pPr>
            <a:lvl5pPr algn="l">
              <a:defRPr sz="2850" b="1" i="0">
                <a:solidFill>
                  <a:srgbClr val="10243A"/>
                </a:solidFill>
                <a:latin typeface="Liberation Sans"/>
                <a:ea typeface="Liberation Sans"/>
                <a:cs typeface="Liberation Sans"/>
              </a:defRPr>
            </a:lvl5pPr>
            <a:lvl6pPr algn="l">
              <a:defRPr sz="2850" b="1" i="0">
                <a:solidFill>
                  <a:srgbClr val="10243A"/>
                </a:solidFill>
                <a:latin typeface="Liberation Sans"/>
                <a:ea typeface="Liberation Sans"/>
                <a:cs typeface="Liberation Sans"/>
              </a:defRPr>
            </a:lvl6pPr>
            <a:lvl7pPr algn="l">
              <a:defRPr sz="2850" b="1" i="0">
                <a:solidFill>
                  <a:srgbClr val="10243A"/>
                </a:solidFill>
                <a:latin typeface="Liberation Sans"/>
                <a:ea typeface="Liberation Sans"/>
                <a:cs typeface="Liberation Sans"/>
              </a:defRPr>
            </a:lvl7pPr>
            <a:lvl8pPr algn="l">
              <a:defRPr sz="2850" b="1" i="0">
                <a:solidFill>
                  <a:srgbClr val="10243A"/>
                </a:solidFill>
                <a:latin typeface="Liberation Sans"/>
                <a:ea typeface="Liberation Sans"/>
                <a:cs typeface="Liberation Sans"/>
              </a:defRPr>
            </a:lvl8pPr>
            <a:lvl9pPr algn="l">
              <a:defRPr sz="2850" b="1" i="0">
                <a:solidFill>
                  <a:srgbClr val="10243A"/>
                </a:solidFill>
                <a:latin typeface="Liberation Sans"/>
                <a:ea typeface="Liberation Sans"/>
                <a:cs typeface="Liberation Sans"/>
              </a:defRPr>
            </a:lvl9pPr>
          </a:lstStyle>
          <a:p xmlns:a="http://schemas.openxmlformats.org/drawingml/2006/main">
            <a:pPr algn="l">
              <a:defRPr sz="2850" b="1" i="0">
                <a:solidFill>
                  <a:srgbClr val="10243A"/>
                </a:solidFill>
                <a:latin typeface="Liberation Sans"/>
                <a:ea typeface="Liberation Sans"/>
                <a:cs typeface="Liberation Sans"/>
              </a:defRPr>
            </a:pPr>
            <a:r>
              <a:rPr sz="2850" b="1" i="0">
                <a:solidFill>
                  <a:srgbClr val="10243A"/>
                </a:solidFill>
                <a:latin typeface="Liberation Sans"/>
                <a:ea typeface="Liberation Sans"/>
                <a:cs typeface="Liberation Sans"/>
              </a:rPr>
              <a:t>How the program analyzes the dataset</a:t>
            </a:r>
          </a:p>
        </p:txBody>
      </p:sp>
      <p:sp>
        <p:nvSpPr>
          <p:cNvPr id="3" name="">
            <a:extLst xmlns:a="http://schemas.openxmlformats.org/drawingml/2006/main">
              <a:ext uri="{FF2B5EF4-FFF2-40B4-BE49-F238E27FC236}">
                <a16:creationId xmlns:a16="http://schemas.microsoft.com/office/drawing/2014/main" id="{BB7228AD-E300-42E0-BFF1-A4C0F155A3C3}"/>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56E59E5-AE14-4F48-BB43-363D57E9F760}"/>
              </a:ext>
            </a:extLst>
          </p:cNvPr>
          <p:cNvSpPr>
            <a:spLocks xmlns:a="http://schemas.openxmlformats.org/drawingml/2006/main" noGrp="1"/>
          </p:cNvSpPr>
          <p:nvPr/>
        </p:nvSpPr>
        <p:spPr>
          <a:xfrm xmlns:a="http://schemas.openxmlformats.org/drawingml/2006/main">
            <a:off x="685800" y="64579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0">
                <a:solidFill>
                  <a:srgbClr val="687783"/>
                </a:solidFill>
                <a:latin typeface="Liberation Sans"/>
                <a:ea typeface="Liberation Sans"/>
                <a:cs typeface="Liberation Sans"/>
              </a:defRPr>
            </a:defPPr>
            <a:lvl1pPr algn="l">
              <a:defRPr sz="1050" b="0" i="0">
                <a:solidFill>
                  <a:srgbClr val="687783"/>
                </a:solidFill>
                <a:latin typeface="Liberation Sans"/>
                <a:ea typeface="Liberation Sans"/>
                <a:cs typeface="Liberation Sans"/>
              </a:defRPr>
            </a:lvl1pPr>
            <a:lvl2pPr algn="l">
              <a:defRPr sz="1050" b="0" i="0">
                <a:solidFill>
                  <a:srgbClr val="687783"/>
                </a:solidFill>
                <a:latin typeface="Liberation Sans"/>
                <a:ea typeface="Liberation Sans"/>
                <a:cs typeface="Liberation Sans"/>
              </a:defRPr>
            </a:lvl2pPr>
            <a:lvl3pPr algn="l">
              <a:defRPr sz="1050" b="0" i="0">
                <a:solidFill>
                  <a:srgbClr val="687783"/>
                </a:solidFill>
                <a:latin typeface="Liberation Sans"/>
                <a:ea typeface="Liberation Sans"/>
                <a:cs typeface="Liberation Sans"/>
              </a:defRPr>
            </a:lvl3pPr>
            <a:lvl4pPr algn="l">
              <a:defRPr sz="1050" b="0" i="0">
                <a:solidFill>
                  <a:srgbClr val="687783"/>
                </a:solidFill>
                <a:latin typeface="Liberation Sans"/>
                <a:ea typeface="Liberation Sans"/>
                <a:cs typeface="Liberation Sans"/>
              </a:defRPr>
            </a:lvl4pPr>
            <a:lvl5pPr algn="l">
              <a:defRPr sz="1050" b="0" i="0">
                <a:solidFill>
                  <a:srgbClr val="687783"/>
                </a:solidFill>
                <a:latin typeface="Liberation Sans"/>
                <a:ea typeface="Liberation Sans"/>
                <a:cs typeface="Liberation Sans"/>
              </a:defRPr>
            </a:lvl5pPr>
            <a:lvl6pPr algn="l">
              <a:defRPr sz="1050" b="0" i="0">
                <a:solidFill>
                  <a:srgbClr val="687783"/>
                </a:solidFill>
                <a:latin typeface="Liberation Sans"/>
                <a:ea typeface="Liberation Sans"/>
                <a:cs typeface="Liberation Sans"/>
              </a:defRPr>
            </a:lvl6pPr>
            <a:lvl7pPr algn="l">
              <a:defRPr sz="1050" b="0" i="0">
                <a:solidFill>
                  <a:srgbClr val="687783"/>
                </a:solidFill>
                <a:latin typeface="Liberation Sans"/>
                <a:ea typeface="Liberation Sans"/>
                <a:cs typeface="Liberation Sans"/>
              </a:defRPr>
            </a:lvl7pPr>
            <a:lvl8pPr algn="l">
              <a:defRPr sz="1050" b="0" i="0">
                <a:solidFill>
                  <a:srgbClr val="687783"/>
                </a:solidFill>
                <a:latin typeface="Liberation Sans"/>
                <a:ea typeface="Liberation Sans"/>
                <a:cs typeface="Liberation Sans"/>
              </a:defRPr>
            </a:lvl8pPr>
            <a:lvl9pPr algn="l">
              <a:defRPr sz="1050" b="0" i="0">
                <a:solidFill>
                  <a:srgbClr val="687783"/>
                </a:solidFill>
                <a:latin typeface="Liberation Sans"/>
                <a:ea typeface="Liberation Sans"/>
                <a:cs typeface="Liberation Sans"/>
              </a:defRPr>
            </a:lvl9pPr>
          </a:lstStyle>
          <a:p xmlns:a="http://schemas.openxmlformats.org/drawingml/2006/main">
            <a:pPr algn="l">
              <a:defRPr sz="1050" b="0" i="0">
                <a:solidFill>
                  <a:srgbClr val="687783"/>
                </a:solidFill>
                <a:latin typeface="Liberation Sans"/>
                <a:ea typeface="Liberation Sans"/>
                <a:cs typeface="Liberation Sans"/>
              </a:defRPr>
            </a:pPr>
            <a:r>
              <a:rPr sz="1050" b="0" i="0">
                <a:solidFill>
                  <a:srgbClr val="687783"/>
                </a:solidFill>
                <a:latin typeface="Liberation Sans"/>
                <a:ea typeface="Liberation Sans"/>
                <a:cs typeface="Liberation Sans"/>
              </a:rPr>
              <a:t>Consumer Review Lab · Activity 5</a:t>
            </a:r>
          </a:p>
        </p:txBody>
      </p:sp>
      <p:sp>
        <p:nvSpPr>
          <p:cNvPr id="5" name="">
            <a:extLst xmlns:a="http://schemas.openxmlformats.org/drawingml/2006/main">
              <a:ext uri="{FF2B5EF4-FFF2-40B4-BE49-F238E27FC236}">
                <a16:creationId xmlns:a16="http://schemas.microsoft.com/office/drawing/2014/main" id="{5B4FA3F6-17C8-442A-A0A2-570C14C17D25}"/>
              </a:ext>
            </a:extLst>
          </p:cNvPr>
          <p:cNvSpPr>
            <a:spLocks xmlns:a="http://schemas.openxmlformats.org/drawingml/2006/main" noGrp="1"/>
          </p:cNvSpPr>
          <p:nvPr/>
        </p:nvSpPr>
        <p:spPr>
          <a:xfrm xmlns:a="http://schemas.openxmlformats.org/drawingml/2006/main">
            <a:off x="11106150" y="64389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0" i="0">
                <a:solidFill>
                  <a:srgbClr val="687783"/>
                </a:solidFill>
                <a:latin typeface="Liberation Sans"/>
                <a:ea typeface="Liberation Sans"/>
                <a:cs typeface="Liberation Sans"/>
              </a:defRPr>
            </a:defPPr>
            <a:lvl1pPr algn="r">
              <a:defRPr sz="1125" b="0" i="0">
                <a:solidFill>
                  <a:srgbClr val="687783"/>
                </a:solidFill>
                <a:latin typeface="Liberation Sans"/>
                <a:ea typeface="Liberation Sans"/>
                <a:cs typeface="Liberation Sans"/>
              </a:defRPr>
            </a:lvl1pPr>
            <a:lvl2pPr algn="r">
              <a:defRPr sz="1125" b="0" i="0">
                <a:solidFill>
                  <a:srgbClr val="687783"/>
                </a:solidFill>
                <a:latin typeface="Liberation Sans"/>
                <a:ea typeface="Liberation Sans"/>
                <a:cs typeface="Liberation Sans"/>
              </a:defRPr>
            </a:lvl2pPr>
            <a:lvl3pPr algn="r">
              <a:defRPr sz="1125" b="0" i="0">
                <a:solidFill>
                  <a:srgbClr val="687783"/>
                </a:solidFill>
                <a:latin typeface="Liberation Sans"/>
                <a:ea typeface="Liberation Sans"/>
                <a:cs typeface="Liberation Sans"/>
              </a:defRPr>
            </a:lvl3pPr>
            <a:lvl4pPr algn="r">
              <a:defRPr sz="1125" b="0" i="0">
                <a:solidFill>
                  <a:srgbClr val="687783"/>
                </a:solidFill>
                <a:latin typeface="Liberation Sans"/>
                <a:ea typeface="Liberation Sans"/>
                <a:cs typeface="Liberation Sans"/>
              </a:defRPr>
            </a:lvl4pPr>
            <a:lvl5pPr algn="r">
              <a:defRPr sz="1125" b="0" i="0">
                <a:solidFill>
                  <a:srgbClr val="687783"/>
                </a:solidFill>
                <a:latin typeface="Liberation Sans"/>
                <a:ea typeface="Liberation Sans"/>
                <a:cs typeface="Liberation Sans"/>
              </a:defRPr>
            </a:lvl5pPr>
            <a:lvl6pPr algn="r">
              <a:defRPr sz="1125" b="0" i="0">
                <a:solidFill>
                  <a:srgbClr val="687783"/>
                </a:solidFill>
                <a:latin typeface="Liberation Sans"/>
                <a:ea typeface="Liberation Sans"/>
                <a:cs typeface="Liberation Sans"/>
              </a:defRPr>
            </a:lvl6pPr>
            <a:lvl7pPr algn="r">
              <a:defRPr sz="1125" b="0" i="0">
                <a:solidFill>
                  <a:srgbClr val="687783"/>
                </a:solidFill>
                <a:latin typeface="Liberation Sans"/>
                <a:ea typeface="Liberation Sans"/>
                <a:cs typeface="Liberation Sans"/>
              </a:defRPr>
            </a:lvl7pPr>
            <a:lvl8pPr algn="r">
              <a:defRPr sz="1125" b="0" i="0">
                <a:solidFill>
                  <a:srgbClr val="687783"/>
                </a:solidFill>
                <a:latin typeface="Liberation Sans"/>
                <a:ea typeface="Liberation Sans"/>
                <a:cs typeface="Liberation Sans"/>
              </a:defRPr>
            </a:lvl8pPr>
            <a:lvl9pPr algn="r">
              <a:defRPr sz="1125" b="0" i="0">
                <a:solidFill>
                  <a:srgbClr val="687783"/>
                </a:solidFill>
                <a:latin typeface="Liberation Sans"/>
                <a:ea typeface="Liberation Sans"/>
                <a:cs typeface="Liberation Sans"/>
              </a:defRPr>
            </a:lvl9pPr>
          </a:lstStyle>
          <a:p xmlns:a="http://schemas.openxmlformats.org/drawingml/2006/main">
            <a:pPr algn="r">
              <a:defRPr sz="1125" b="0" i="0">
                <a:solidFill>
                  <a:srgbClr val="687783"/>
                </a:solidFill>
                <a:latin typeface="Liberation Sans"/>
                <a:ea typeface="Liberation Sans"/>
                <a:cs typeface="Liberation Sans"/>
              </a:defRPr>
            </a:pPr>
            <a:r>
              <a:rPr sz="1125" b="0" i="0">
                <a:solidFill>
                  <a:srgbClr val="687783"/>
                </a:solidFill>
                <a:latin typeface="Liberation Sans"/>
                <a:ea typeface="Liberation Sans"/>
                <a:cs typeface="Liberation Sans"/>
              </a:rPr>
              <a:t>05</a:t>
            </a:r>
          </a:p>
        </p:txBody>
      </p:sp>
      <p:sp>
        <p:nvSpPr>
          <p:cNvPr id="6" name="">
            <a:extLst xmlns:a="http://schemas.openxmlformats.org/drawingml/2006/main">
              <a:ext uri="{FF2B5EF4-FFF2-40B4-BE49-F238E27FC236}">
                <a16:creationId xmlns:a16="http://schemas.microsoft.com/office/drawing/2014/main" id="{F0FD8ADF-4D7D-4B59-A778-E042630CD1E8}"/>
              </a:ext>
            </a:extLst>
          </p:cNvPr>
          <p:cNvSpPr>
            <a:spLocks xmlns:a="http://schemas.openxmlformats.org/drawingml/2006/main" noGrp="1"/>
          </p:cNvSpPr>
          <p:nvPr/>
        </p:nvSpPr>
        <p:spPr>
          <a:xfrm xmlns:a="http://schemas.openxmlformats.org/drawingml/2006/main">
            <a:off x="762000" y="1771650"/>
            <a:ext cx="2524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i="0">
                <a:solidFill>
                  <a:srgbClr val="10243A"/>
                </a:solidFill>
                <a:latin typeface="Liberation Sans"/>
                <a:ea typeface="Liberation Sans"/>
                <a:cs typeface="Liberation Sans"/>
              </a:defRPr>
            </a:defPPr>
            <a:lvl1pPr algn="l">
              <a:defRPr sz="1800" b="1" i="0">
                <a:solidFill>
                  <a:srgbClr val="10243A"/>
                </a:solidFill>
                <a:latin typeface="Liberation Sans"/>
                <a:ea typeface="Liberation Sans"/>
                <a:cs typeface="Liberation Sans"/>
              </a:defRPr>
            </a:lvl1pPr>
            <a:lvl2pPr algn="l">
              <a:defRPr sz="1800" b="1" i="0">
                <a:solidFill>
                  <a:srgbClr val="10243A"/>
                </a:solidFill>
                <a:latin typeface="Liberation Sans"/>
                <a:ea typeface="Liberation Sans"/>
                <a:cs typeface="Liberation Sans"/>
              </a:defRPr>
            </a:lvl2pPr>
            <a:lvl3pPr algn="l">
              <a:defRPr sz="1800" b="1" i="0">
                <a:solidFill>
                  <a:srgbClr val="10243A"/>
                </a:solidFill>
                <a:latin typeface="Liberation Sans"/>
                <a:ea typeface="Liberation Sans"/>
                <a:cs typeface="Liberation Sans"/>
              </a:defRPr>
            </a:lvl3pPr>
            <a:lvl4pPr algn="l">
              <a:defRPr sz="1800" b="1" i="0">
                <a:solidFill>
                  <a:srgbClr val="10243A"/>
                </a:solidFill>
                <a:latin typeface="Liberation Sans"/>
                <a:ea typeface="Liberation Sans"/>
                <a:cs typeface="Liberation Sans"/>
              </a:defRPr>
            </a:lvl4pPr>
            <a:lvl5pPr algn="l">
              <a:defRPr sz="1800" b="1" i="0">
                <a:solidFill>
                  <a:srgbClr val="10243A"/>
                </a:solidFill>
                <a:latin typeface="Liberation Sans"/>
                <a:ea typeface="Liberation Sans"/>
                <a:cs typeface="Liberation Sans"/>
              </a:defRPr>
            </a:lvl5pPr>
            <a:lvl6pPr algn="l">
              <a:defRPr sz="1800" b="1" i="0">
                <a:solidFill>
                  <a:srgbClr val="10243A"/>
                </a:solidFill>
                <a:latin typeface="Liberation Sans"/>
                <a:ea typeface="Liberation Sans"/>
                <a:cs typeface="Liberation Sans"/>
              </a:defRPr>
            </a:lvl6pPr>
            <a:lvl7pPr algn="l">
              <a:defRPr sz="1800" b="1" i="0">
                <a:solidFill>
                  <a:srgbClr val="10243A"/>
                </a:solidFill>
                <a:latin typeface="Liberation Sans"/>
                <a:ea typeface="Liberation Sans"/>
                <a:cs typeface="Liberation Sans"/>
              </a:defRPr>
            </a:lvl7pPr>
            <a:lvl8pPr algn="l">
              <a:defRPr sz="1800" b="1" i="0">
                <a:solidFill>
                  <a:srgbClr val="10243A"/>
                </a:solidFill>
                <a:latin typeface="Liberation Sans"/>
                <a:ea typeface="Liberation Sans"/>
                <a:cs typeface="Liberation Sans"/>
              </a:defRPr>
            </a:lvl8pPr>
            <a:lvl9pPr algn="l">
              <a:defRPr sz="1800" b="1" i="0">
                <a:solidFill>
                  <a:srgbClr val="10243A"/>
                </a:solidFill>
                <a:latin typeface="Liberation Sans"/>
                <a:ea typeface="Liberation Sans"/>
                <a:cs typeface="Liberation Sans"/>
              </a:defRPr>
            </a:lvl9pPr>
          </a:lstStyle>
          <a:p xmlns:a="http://schemas.openxmlformats.org/drawingml/2006/main">
            <a:pPr algn="l">
              <a:defRPr sz="1800" b="1" i="0">
                <a:solidFill>
                  <a:srgbClr val="10243A"/>
                </a:solidFill>
                <a:latin typeface="Liberation Sans"/>
                <a:ea typeface="Liberation Sans"/>
                <a:cs typeface="Liberation Sans"/>
              </a:defRPr>
            </a:pPr>
            <a:r>
              <a:rPr sz="1800" b="1" i="0">
                <a:solidFill>
                  <a:srgbClr val="10243A"/>
                </a:solidFill>
                <a:latin typeface="Liberation Sans"/>
                <a:ea typeface="Liberation Sans"/>
                <a:cs typeface="Liberation Sans"/>
              </a:rPr>
              <a:t>CSV review file</a:t>
            </a:r>
          </a:p>
        </p:txBody>
      </p:sp>
      <p:sp>
        <p:nvSpPr>
          <p:cNvPr id="7" name="">
            <a:extLst xmlns:a="http://schemas.openxmlformats.org/drawingml/2006/main">
              <a:ext uri="{FF2B5EF4-FFF2-40B4-BE49-F238E27FC236}">
                <a16:creationId xmlns:a16="http://schemas.microsoft.com/office/drawing/2014/main" id="{66F9BCE2-AF9E-4DB0-83D6-0E58B850E6BB}"/>
              </a:ext>
            </a:extLst>
          </p:cNvPr>
          <p:cNvSpPr>
            <a:spLocks xmlns:a="http://schemas.openxmlformats.org/drawingml/2006/main" noGrp="1"/>
          </p:cNvSpPr>
          <p:nvPr/>
        </p:nvSpPr>
        <p:spPr>
          <a:xfrm xmlns:a="http://schemas.openxmlformats.org/drawingml/2006/main">
            <a:off x="762000" y="2190750"/>
            <a:ext cx="252412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182B45"/>
                </a:solidFill>
                <a:latin typeface="Liberation Sans"/>
                <a:ea typeface="Liberation Sans"/>
                <a:cs typeface="Liberation Sans"/>
              </a:defRPr>
            </a:defPPr>
            <a:lvl1pPr algn="l">
              <a:defRPr sz="1425" b="0" i="0">
                <a:solidFill>
                  <a:srgbClr val="182B45"/>
                </a:solidFill>
                <a:latin typeface="Liberation Sans"/>
                <a:ea typeface="Liberation Sans"/>
                <a:cs typeface="Liberation Sans"/>
              </a:defRPr>
            </a:lvl1pPr>
            <a:lvl2pPr algn="l">
              <a:defRPr sz="1425" b="0" i="0">
                <a:solidFill>
                  <a:srgbClr val="182B45"/>
                </a:solidFill>
                <a:latin typeface="Liberation Sans"/>
                <a:ea typeface="Liberation Sans"/>
                <a:cs typeface="Liberation Sans"/>
              </a:defRPr>
            </a:lvl2pPr>
            <a:lvl3pPr algn="l">
              <a:defRPr sz="1425" b="0" i="0">
                <a:solidFill>
                  <a:srgbClr val="182B45"/>
                </a:solidFill>
                <a:latin typeface="Liberation Sans"/>
                <a:ea typeface="Liberation Sans"/>
                <a:cs typeface="Liberation Sans"/>
              </a:defRPr>
            </a:lvl3pPr>
            <a:lvl4pPr algn="l">
              <a:defRPr sz="1425" b="0" i="0">
                <a:solidFill>
                  <a:srgbClr val="182B45"/>
                </a:solidFill>
                <a:latin typeface="Liberation Sans"/>
                <a:ea typeface="Liberation Sans"/>
                <a:cs typeface="Liberation Sans"/>
              </a:defRPr>
            </a:lvl4pPr>
            <a:lvl5pPr algn="l">
              <a:defRPr sz="1425" b="0" i="0">
                <a:solidFill>
                  <a:srgbClr val="182B45"/>
                </a:solidFill>
                <a:latin typeface="Liberation Sans"/>
                <a:ea typeface="Liberation Sans"/>
                <a:cs typeface="Liberation Sans"/>
              </a:defRPr>
            </a:lvl5pPr>
            <a:lvl6pPr algn="l">
              <a:defRPr sz="1425" b="0" i="0">
                <a:solidFill>
                  <a:srgbClr val="182B45"/>
                </a:solidFill>
                <a:latin typeface="Liberation Sans"/>
                <a:ea typeface="Liberation Sans"/>
                <a:cs typeface="Liberation Sans"/>
              </a:defRPr>
            </a:lvl6pPr>
            <a:lvl7pPr algn="l">
              <a:defRPr sz="1425" b="0" i="0">
                <a:solidFill>
                  <a:srgbClr val="182B45"/>
                </a:solidFill>
                <a:latin typeface="Liberation Sans"/>
                <a:ea typeface="Liberation Sans"/>
                <a:cs typeface="Liberation Sans"/>
              </a:defRPr>
            </a:lvl7pPr>
            <a:lvl8pPr algn="l">
              <a:defRPr sz="1425" b="0" i="0">
                <a:solidFill>
                  <a:srgbClr val="182B45"/>
                </a:solidFill>
                <a:latin typeface="Liberation Sans"/>
                <a:ea typeface="Liberation Sans"/>
                <a:cs typeface="Liberation Sans"/>
              </a:defRPr>
            </a:lvl8pPr>
            <a:lvl9pPr algn="l">
              <a:defRPr sz="1425" b="0" i="0">
                <a:solidFill>
                  <a:srgbClr val="182B45"/>
                </a:solidFill>
                <a:latin typeface="Liberation Sans"/>
                <a:ea typeface="Liberation Sans"/>
                <a:cs typeface="Liberation Sans"/>
              </a:defRPr>
            </a:lvl9pPr>
          </a:lstStyle>
          <a:p xmlns:a="http://schemas.openxmlformats.org/drawingml/2006/main">
            <a:pPr algn="l">
              <a:defRPr sz="1425" b="0" i="0">
                <a:solidFill>
                  <a:srgbClr val="182B45"/>
                </a:solidFill>
                <a:latin typeface="Liberation Sans"/>
                <a:ea typeface="Liberation Sans"/>
                <a:cs typeface="Liberation Sans"/>
              </a:defRPr>
            </a:pPr>
            <a:r>
              <a:rPr sz="1425" b="0" i="0">
                <a:solidFill>
                  <a:srgbClr val="182B45"/>
                </a:solidFill>
                <a:latin typeface="Liberation Sans"/>
                <a:ea typeface="Liberation Sans"/>
                <a:cs typeface="Liberation Sans"/>
              </a:rPr>
              <a:t>Read product ID, review date, and review text from each row.</a:t>
            </a:r>
          </a:p>
        </p:txBody>
      </p:sp>
      <p:sp>
        <p:nvSpPr>
          <p:cNvPr id="8" name="">
            <a:extLst xmlns:a="http://schemas.openxmlformats.org/drawingml/2006/main">
              <a:ext uri="{FF2B5EF4-FFF2-40B4-BE49-F238E27FC236}">
                <a16:creationId xmlns:a16="http://schemas.microsoft.com/office/drawing/2014/main" id="{8471042B-EAF4-44D9-8063-8C4BD0046C79}"/>
              </a:ext>
            </a:extLst>
          </p:cNvPr>
          <p:cNvSpPr>
            <a:spLocks xmlns:a="http://schemas.openxmlformats.org/drawingml/2006/main" noGrp="1"/>
          </p:cNvSpPr>
          <p:nvPr/>
        </p:nvSpPr>
        <p:spPr>
          <a:xfrm xmlns:a="http://schemas.openxmlformats.org/drawingml/2006/main">
            <a:off x="3495675" y="1962150"/>
            <a:ext cx="952500" cy="38100"/>
          </a:xfrm>
          <a:prstGeom xmlns:a="http://schemas.openxmlformats.org/drawingml/2006/main" prst="rect">
            <a:avLst/>
          </a:prstGeom>
          <a:solidFill xmlns:a="http://schemas.openxmlformats.org/drawingml/2006/main">
            <a:srgbClr val="E6864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D7264F1-6FA3-4990-822F-897AE956B3DC}"/>
              </a:ext>
            </a:extLst>
          </p:cNvPr>
          <p:cNvSpPr>
            <a:spLocks xmlns:a="http://schemas.openxmlformats.org/drawingml/2006/main" noGrp="1"/>
          </p:cNvSpPr>
          <p:nvPr/>
        </p:nvSpPr>
        <p:spPr>
          <a:xfrm xmlns:a="http://schemas.openxmlformats.org/drawingml/2006/main">
            <a:off x="4667250" y="1771650"/>
            <a:ext cx="2524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i="0">
                <a:solidFill>
                  <a:srgbClr val="10243A"/>
                </a:solidFill>
                <a:latin typeface="Liberation Sans"/>
                <a:ea typeface="Liberation Sans"/>
                <a:cs typeface="Liberation Sans"/>
              </a:defRPr>
            </a:defPPr>
            <a:lvl1pPr algn="l">
              <a:defRPr sz="1800" b="1" i="0">
                <a:solidFill>
                  <a:srgbClr val="10243A"/>
                </a:solidFill>
                <a:latin typeface="Liberation Sans"/>
                <a:ea typeface="Liberation Sans"/>
                <a:cs typeface="Liberation Sans"/>
              </a:defRPr>
            </a:lvl1pPr>
            <a:lvl2pPr algn="l">
              <a:defRPr sz="1800" b="1" i="0">
                <a:solidFill>
                  <a:srgbClr val="10243A"/>
                </a:solidFill>
                <a:latin typeface="Liberation Sans"/>
                <a:ea typeface="Liberation Sans"/>
                <a:cs typeface="Liberation Sans"/>
              </a:defRPr>
            </a:lvl2pPr>
            <a:lvl3pPr algn="l">
              <a:defRPr sz="1800" b="1" i="0">
                <a:solidFill>
                  <a:srgbClr val="10243A"/>
                </a:solidFill>
                <a:latin typeface="Liberation Sans"/>
                <a:ea typeface="Liberation Sans"/>
                <a:cs typeface="Liberation Sans"/>
              </a:defRPr>
            </a:lvl3pPr>
            <a:lvl4pPr algn="l">
              <a:defRPr sz="1800" b="1" i="0">
                <a:solidFill>
                  <a:srgbClr val="10243A"/>
                </a:solidFill>
                <a:latin typeface="Liberation Sans"/>
                <a:ea typeface="Liberation Sans"/>
                <a:cs typeface="Liberation Sans"/>
              </a:defRPr>
            </a:lvl4pPr>
            <a:lvl5pPr algn="l">
              <a:defRPr sz="1800" b="1" i="0">
                <a:solidFill>
                  <a:srgbClr val="10243A"/>
                </a:solidFill>
                <a:latin typeface="Liberation Sans"/>
                <a:ea typeface="Liberation Sans"/>
                <a:cs typeface="Liberation Sans"/>
              </a:defRPr>
            </a:lvl5pPr>
            <a:lvl6pPr algn="l">
              <a:defRPr sz="1800" b="1" i="0">
                <a:solidFill>
                  <a:srgbClr val="10243A"/>
                </a:solidFill>
                <a:latin typeface="Liberation Sans"/>
                <a:ea typeface="Liberation Sans"/>
                <a:cs typeface="Liberation Sans"/>
              </a:defRPr>
            </a:lvl6pPr>
            <a:lvl7pPr algn="l">
              <a:defRPr sz="1800" b="1" i="0">
                <a:solidFill>
                  <a:srgbClr val="10243A"/>
                </a:solidFill>
                <a:latin typeface="Liberation Sans"/>
                <a:ea typeface="Liberation Sans"/>
                <a:cs typeface="Liberation Sans"/>
              </a:defRPr>
            </a:lvl7pPr>
            <a:lvl8pPr algn="l">
              <a:defRPr sz="1800" b="1" i="0">
                <a:solidFill>
                  <a:srgbClr val="10243A"/>
                </a:solidFill>
                <a:latin typeface="Liberation Sans"/>
                <a:ea typeface="Liberation Sans"/>
                <a:cs typeface="Liberation Sans"/>
              </a:defRPr>
            </a:lvl8pPr>
            <a:lvl9pPr algn="l">
              <a:defRPr sz="1800" b="1" i="0">
                <a:solidFill>
                  <a:srgbClr val="10243A"/>
                </a:solidFill>
                <a:latin typeface="Liberation Sans"/>
                <a:ea typeface="Liberation Sans"/>
                <a:cs typeface="Liberation Sans"/>
              </a:defRPr>
            </a:lvl9pPr>
          </a:lstStyle>
          <a:p xmlns:a="http://schemas.openxmlformats.org/drawingml/2006/main">
            <a:pPr algn="l">
              <a:defRPr sz="1800" b="1" i="0">
                <a:solidFill>
                  <a:srgbClr val="10243A"/>
                </a:solidFill>
                <a:latin typeface="Liberation Sans"/>
                <a:ea typeface="Liberation Sans"/>
                <a:cs typeface="Liberation Sans"/>
              </a:defRPr>
            </a:pPr>
            <a:r>
              <a:rPr sz="1800" b="1" i="0">
                <a:solidFill>
                  <a:srgbClr val="10243A"/>
                </a:solidFill>
                <a:latin typeface="Liberation Sans"/>
                <a:ea typeface="Liberation Sans"/>
                <a:cs typeface="Liberation Sans"/>
              </a:rPr>
              <a:t>Review score</a:t>
            </a:r>
          </a:p>
        </p:txBody>
      </p:sp>
      <p:sp>
        <p:nvSpPr>
          <p:cNvPr id="10" name="">
            <a:extLst xmlns:a="http://schemas.openxmlformats.org/drawingml/2006/main">
              <a:ext uri="{FF2B5EF4-FFF2-40B4-BE49-F238E27FC236}">
                <a16:creationId xmlns:a16="http://schemas.microsoft.com/office/drawing/2014/main" id="{D2A6CE00-4F9F-4A5D-BE48-F4910AEBF48A}"/>
              </a:ext>
            </a:extLst>
          </p:cNvPr>
          <p:cNvSpPr>
            <a:spLocks xmlns:a="http://schemas.openxmlformats.org/drawingml/2006/main" noGrp="1"/>
          </p:cNvSpPr>
          <p:nvPr/>
        </p:nvSpPr>
        <p:spPr>
          <a:xfrm xmlns:a="http://schemas.openxmlformats.org/drawingml/2006/main">
            <a:off x="4667250" y="2190750"/>
            <a:ext cx="252412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182B45"/>
                </a:solidFill>
                <a:latin typeface="Liberation Sans"/>
                <a:ea typeface="Liberation Sans"/>
                <a:cs typeface="Liberation Sans"/>
              </a:defRPr>
            </a:defPPr>
            <a:lvl1pPr algn="l">
              <a:defRPr sz="1425" b="0" i="0">
                <a:solidFill>
                  <a:srgbClr val="182B45"/>
                </a:solidFill>
                <a:latin typeface="Liberation Sans"/>
                <a:ea typeface="Liberation Sans"/>
                <a:cs typeface="Liberation Sans"/>
              </a:defRPr>
            </a:lvl1pPr>
            <a:lvl2pPr algn="l">
              <a:defRPr sz="1425" b="0" i="0">
                <a:solidFill>
                  <a:srgbClr val="182B45"/>
                </a:solidFill>
                <a:latin typeface="Liberation Sans"/>
                <a:ea typeface="Liberation Sans"/>
                <a:cs typeface="Liberation Sans"/>
              </a:defRPr>
            </a:lvl2pPr>
            <a:lvl3pPr algn="l">
              <a:defRPr sz="1425" b="0" i="0">
                <a:solidFill>
                  <a:srgbClr val="182B45"/>
                </a:solidFill>
                <a:latin typeface="Liberation Sans"/>
                <a:ea typeface="Liberation Sans"/>
                <a:cs typeface="Liberation Sans"/>
              </a:defRPr>
            </a:lvl3pPr>
            <a:lvl4pPr algn="l">
              <a:defRPr sz="1425" b="0" i="0">
                <a:solidFill>
                  <a:srgbClr val="182B45"/>
                </a:solidFill>
                <a:latin typeface="Liberation Sans"/>
                <a:ea typeface="Liberation Sans"/>
                <a:cs typeface="Liberation Sans"/>
              </a:defRPr>
            </a:lvl4pPr>
            <a:lvl5pPr algn="l">
              <a:defRPr sz="1425" b="0" i="0">
                <a:solidFill>
                  <a:srgbClr val="182B45"/>
                </a:solidFill>
                <a:latin typeface="Liberation Sans"/>
                <a:ea typeface="Liberation Sans"/>
                <a:cs typeface="Liberation Sans"/>
              </a:defRPr>
            </a:lvl5pPr>
            <a:lvl6pPr algn="l">
              <a:defRPr sz="1425" b="0" i="0">
                <a:solidFill>
                  <a:srgbClr val="182B45"/>
                </a:solidFill>
                <a:latin typeface="Liberation Sans"/>
                <a:ea typeface="Liberation Sans"/>
                <a:cs typeface="Liberation Sans"/>
              </a:defRPr>
            </a:lvl6pPr>
            <a:lvl7pPr algn="l">
              <a:defRPr sz="1425" b="0" i="0">
                <a:solidFill>
                  <a:srgbClr val="182B45"/>
                </a:solidFill>
                <a:latin typeface="Liberation Sans"/>
                <a:ea typeface="Liberation Sans"/>
                <a:cs typeface="Liberation Sans"/>
              </a:defRPr>
            </a:lvl7pPr>
            <a:lvl8pPr algn="l">
              <a:defRPr sz="1425" b="0" i="0">
                <a:solidFill>
                  <a:srgbClr val="182B45"/>
                </a:solidFill>
                <a:latin typeface="Liberation Sans"/>
                <a:ea typeface="Liberation Sans"/>
                <a:cs typeface="Liberation Sans"/>
              </a:defRPr>
            </a:lvl8pPr>
            <a:lvl9pPr algn="l">
              <a:defRPr sz="1425" b="0" i="0">
                <a:solidFill>
                  <a:srgbClr val="182B45"/>
                </a:solidFill>
                <a:latin typeface="Liberation Sans"/>
                <a:ea typeface="Liberation Sans"/>
                <a:cs typeface="Liberation Sans"/>
              </a:defRPr>
            </a:lvl9pPr>
          </a:lstStyle>
          <a:p xmlns:a="http://schemas.openxmlformats.org/drawingml/2006/main">
            <a:pPr algn="l">
              <a:defRPr sz="1425" b="0" i="0">
                <a:solidFill>
                  <a:srgbClr val="182B45"/>
                </a:solidFill>
                <a:latin typeface="Liberation Sans"/>
                <a:ea typeface="Liberation Sans"/>
                <a:cs typeface="Liberation Sans"/>
              </a:defRPr>
            </a:pPr>
            <a:r>
              <a:rPr sz="1425" b="0" i="0">
                <a:solidFill>
                  <a:srgbClr val="182B45"/>
                </a:solidFill>
                <a:latin typeface="Liberation Sans"/>
                <a:ea typeface="Liberation Sans"/>
                <a:cs typeface="Liberation Sans"/>
              </a:rPr>
              <a:t>Score each text by summing its cleaned word values.</a:t>
            </a:r>
          </a:p>
        </p:txBody>
      </p:sp>
      <p:sp>
        <p:nvSpPr>
          <p:cNvPr id="11" name="">
            <a:extLst xmlns:a="http://schemas.openxmlformats.org/drawingml/2006/main">
              <a:ext uri="{FF2B5EF4-FFF2-40B4-BE49-F238E27FC236}">
                <a16:creationId xmlns:a16="http://schemas.microsoft.com/office/drawing/2014/main" id="{A0A03A52-3A01-41AE-B016-2B6E8D7C2AAB}"/>
              </a:ext>
            </a:extLst>
          </p:cNvPr>
          <p:cNvSpPr>
            <a:spLocks xmlns:a="http://schemas.openxmlformats.org/drawingml/2006/main" noGrp="1"/>
          </p:cNvSpPr>
          <p:nvPr/>
        </p:nvSpPr>
        <p:spPr>
          <a:xfrm xmlns:a="http://schemas.openxmlformats.org/drawingml/2006/main">
            <a:off x="7381875" y="1962150"/>
            <a:ext cx="952500" cy="38100"/>
          </a:xfrm>
          <a:prstGeom xmlns:a="http://schemas.openxmlformats.org/drawingml/2006/main" prst="rect">
            <a:avLst/>
          </a:prstGeom>
          <a:solidFill xmlns:a="http://schemas.openxmlformats.org/drawingml/2006/main">
            <a:srgbClr val="E6864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59BDF65-8759-4747-8CDE-9C83FC2507B7}"/>
              </a:ext>
            </a:extLst>
          </p:cNvPr>
          <p:cNvSpPr>
            <a:spLocks xmlns:a="http://schemas.openxmlformats.org/drawingml/2006/main" noGrp="1"/>
          </p:cNvSpPr>
          <p:nvPr/>
        </p:nvSpPr>
        <p:spPr>
          <a:xfrm xmlns:a="http://schemas.openxmlformats.org/drawingml/2006/main">
            <a:off x="8572500" y="1771650"/>
            <a:ext cx="2524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i="0">
                <a:solidFill>
                  <a:srgbClr val="10243A"/>
                </a:solidFill>
                <a:latin typeface="Liberation Sans"/>
                <a:ea typeface="Liberation Sans"/>
                <a:cs typeface="Liberation Sans"/>
              </a:defRPr>
            </a:defPPr>
            <a:lvl1pPr algn="l">
              <a:defRPr sz="1800" b="1" i="0">
                <a:solidFill>
                  <a:srgbClr val="10243A"/>
                </a:solidFill>
                <a:latin typeface="Liberation Sans"/>
                <a:ea typeface="Liberation Sans"/>
                <a:cs typeface="Liberation Sans"/>
              </a:defRPr>
            </a:lvl1pPr>
            <a:lvl2pPr algn="l">
              <a:defRPr sz="1800" b="1" i="0">
                <a:solidFill>
                  <a:srgbClr val="10243A"/>
                </a:solidFill>
                <a:latin typeface="Liberation Sans"/>
                <a:ea typeface="Liberation Sans"/>
                <a:cs typeface="Liberation Sans"/>
              </a:defRPr>
            </a:lvl2pPr>
            <a:lvl3pPr algn="l">
              <a:defRPr sz="1800" b="1" i="0">
                <a:solidFill>
                  <a:srgbClr val="10243A"/>
                </a:solidFill>
                <a:latin typeface="Liberation Sans"/>
                <a:ea typeface="Liberation Sans"/>
                <a:cs typeface="Liberation Sans"/>
              </a:defRPr>
            </a:lvl3pPr>
            <a:lvl4pPr algn="l">
              <a:defRPr sz="1800" b="1" i="0">
                <a:solidFill>
                  <a:srgbClr val="10243A"/>
                </a:solidFill>
                <a:latin typeface="Liberation Sans"/>
                <a:ea typeface="Liberation Sans"/>
                <a:cs typeface="Liberation Sans"/>
              </a:defRPr>
            </a:lvl4pPr>
            <a:lvl5pPr algn="l">
              <a:defRPr sz="1800" b="1" i="0">
                <a:solidFill>
                  <a:srgbClr val="10243A"/>
                </a:solidFill>
                <a:latin typeface="Liberation Sans"/>
                <a:ea typeface="Liberation Sans"/>
                <a:cs typeface="Liberation Sans"/>
              </a:defRPr>
            </a:lvl5pPr>
            <a:lvl6pPr algn="l">
              <a:defRPr sz="1800" b="1" i="0">
                <a:solidFill>
                  <a:srgbClr val="10243A"/>
                </a:solidFill>
                <a:latin typeface="Liberation Sans"/>
                <a:ea typeface="Liberation Sans"/>
                <a:cs typeface="Liberation Sans"/>
              </a:defRPr>
            </a:lvl6pPr>
            <a:lvl7pPr algn="l">
              <a:defRPr sz="1800" b="1" i="0">
                <a:solidFill>
                  <a:srgbClr val="10243A"/>
                </a:solidFill>
                <a:latin typeface="Liberation Sans"/>
                <a:ea typeface="Liberation Sans"/>
                <a:cs typeface="Liberation Sans"/>
              </a:defRPr>
            </a:lvl7pPr>
            <a:lvl8pPr algn="l">
              <a:defRPr sz="1800" b="1" i="0">
                <a:solidFill>
                  <a:srgbClr val="10243A"/>
                </a:solidFill>
                <a:latin typeface="Liberation Sans"/>
                <a:ea typeface="Liberation Sans"/>
                <a:cs typeface="Liberation Sans"/>
              </a:defRPr>
            </a:lvl8pPr>
            <a:lvl9pPr algn="l">
              <a:defRPr sz="1800" b="1" i="0">
                <a:solidFill>
                  <a:srgbClr val="10243A"/>
                </a:solidFill>
                <a:latin typeface="Liberation Sans"/>
                <a:ea typeface="Liberation Sans"/>
                <a:cs typeface="Liberation Sans"/>
              </a:defRPr>
            </a:lvl9pPr>
          </a:lstStyle>
          <a:p xmlns:a="http://schemas.openxmlformats.org/drawingml/2006/main">
            <a:pPr algn="l">
              <a:defRPr sz="1800" b="1" i="0">
                <a:solidFill>
                  <a:srgbClr val="10243A"/>
                </a:solidFill>
                <a:latin typeface="Liberation Sans"/>
                <a:ea typeface="Liberation Sans"/>
                <a:cs typeface="Liberation Sans"/>
              </a:defRPr>
            </a:pPr>
            <a:r>
              <a:rPr sz="1800" b="1" i="0">
                <a:solidFill>
                  <a:srgbClr val="10243A"/>
                </a:solidFill>
                <a:latin typeface="Liberation Sans"/>
                <a:ea typeface="Liberation Sans"/>
                <a:cs typeface="Liberation Sans"/>
              </a:rPr>
              <a:t>Time group</a:t>
            </a:r>
          </a:p>
        </p:txBody>
      </p:sp>
      <p:sp>
        <p:nvSpPr>
          <p:cNvPr id="13" name="">
            <a:extLst xmlns:a="http://schemas.openxmlformats.org/drawingml/2006/main">
              <a:ext uri="{FF2B5EF4-FFF2-40B4-BE49-F238E27FC236}">
                <a16:creationId xmlns:a16="http://schemas.microsoft.com/office/drawing/2014/main" id="{094D87F0-1534-476A-A87D-1930F9DB70CC}"/>
              </a:ext>
            </a:extLst>
          </p:cNvPr>
          <p:cNvSpPr>
            <a:spLocks xmlns:a="http://schemas.openxmlformats.org/drawingml/2006/main" noGrp="1"/>
          </p:cNvSpPr>
          <p:nvPr/>
        </p:nvSpPr>
        <p:spPr>
          <a:xfrm xmlns:a="http://schemas.openxmlformats.org/drawingml/2006/main">
            <a:off x="8572500" y="2190750"/>
            <a:ext cx="2762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182B45"/>
                </a:solidFill>
                <a:latin typeface="Liberation Sans"/>
                <a:ea typeface="Liberation Sans"/>
                <a:cs typeface="Liberation Sans"/>
              </a:defRPr>
            </a:defPPr>
            <a:lvl1pPr algn="l">
              <a:defRPr sz="1425" b="0" i="0">
                <a:solidFill>
                  <a:srgbClr val="182B45"/>
                </a:solidFill>
                <a:latin typeface="Liberation Sans"/>
                <a:ea typeface="Liberation Sans"/>
                <a:cs typeface="Liberation Sans"/>
              </a:defRPr>
            </a:lvl1pPr>
            <a:lvl2pPr algn="l">
              <a:defRPr sz="1425" b="0" i="0">
                <a:solidFill>
                  <a:srgbClr val="182B45"/>
                </a:solidFill>
                <a:latin typeface="Liberation Sans"/>
                <a:ea typeface="Liberation Sans"/>
                <a:cs typeface="Liberation Sans"/>
              </a:defRPr>
            </a:lvl2pPr>
            <a:lvl3pPr algn="l">
              <a:defRPr sz="1425" b="0" i="0">
                <a:solidFill>
                  <a:srgbClr val="182B45"/>
                </a:solidFill>
                <a:latin typeface="Liberation Sans"/>
                <a:ea typeface="Liberation Sans"/>
                <a:cs typeface="Liberation Sans"/>
              </a:defRPr>
            </a:lvl3pPr>
            <a:lvl4pPr algn="l">
              <a:defRPr sz="1425" b="0" i="0">
                <a:solidFill>
                  <a:srgbClr val="182B45"/>
                </a:solidFill>
                <a:latin typeface="Liberation Sans"/>
                <a:ea typeface="Liberation Sans"/>
                <a:cs typeface="Liberation Sans"/>
              </a:defRPr>
            </a:lvl4pPr>
            <a:lvl5pPr algn="l">
              <a:defRPr sz="1425" b="0" i="0">
                <a:solidFill>
                  <a:srgbClr val="182B45"/>
                </a:solidFill>
                <a:latin typeface="Liberation Sans"/>
                <a:ea typeface="Liberation Sans"/>
                <a:cs typeface="Liberation Sans"/>
              </a:defRPr>
            </a:lvl5pPr>
            <a:lvl6pPr algn="l">
              <a:defRPr sz="1425" b="0" i="0">
                <a:solidFill>
                  <a:srgbClr val="182B45"/>
                </a:solidFill>
                <a:latin typeface="Liberation Sans"/>
                <a:ea typeface="Liberation Sans"/>
                <a:cs typeface="Liberation Sans"/>
              </a:defRPr>
            </a:lvl6pPr>
            <a:lvl7pPr algn="l">
              <a:defRPr sz="1425" b="0" i="0">
                <a:solidFill>
                  <a:srgbClr val="182B45"/>
                </a:solidFill>
                <a:latin typeface="Liberation Sans"/>
                <a:ea typeface="Liberation Sans"/>
                <a:cs typeface="Liberation Sans"/>
              </a:defRPr>
            </a:lvl7pPr>
            <a:lvl8pPr algn="l">
              <a:defRPr sz="1425" b="0" i="0">
                <a:solidFill>
                  <a:srgbClr val="182B45"/>
                </a:solidFill>
                <a:latin typeface="Liberation Sans"/>
                <a:ea typeface="Liberation Sans"/>
                <a:cs typeface="Liberation Sans"/>
              </a:defRPr>
            </a:lvl8pPr>
            <a:lvl9pPr algn="l">
              <a:defRPr sz="1425" b="0" i="0">
                <a:solidFill>
                  <a:srgbClr val="182B45"/>
                </a:solidFill>
                <a:latin typeface="Liberation Sans"/>
                <a:ea typeface="Liberation Sans"/>
                <a:cs typeface="Liberation Sans"/>
              </a:defRPr>
            </a:lvl9pPr>
          </a:lstStyle>
          <a:p xmlns:a="http://schemas.openxmlformats.org/drawingml/2006/main">
            <a:pPr algn="l">
              <a:defRPr sz="1425" b="0" i="0">
                <a:solidFill>
                  <a:srgbClr val="182B45"/>
                </a:solidFill>
                <a:latin typeface="Liberation Sans"/>
                <a:ea typeface="Liberation Sans"/>
                <a:cs typeface="Liberation Sans"/>
              </a:defRPr>
            </a:pPr>
            <a:r>
              <a:rPr sz="1425" b="0" i="0">
                <a:solidFill>
                  <a:srgbClr val="182B45"/>
                </a:solidFill>
                <a:latin typeface="Liberation Sans"/>
                <a:ea typeface="Liberation Sans"/>
                <a:cs typeface="Liberation Sans"/>
              </a:rPr>
              <a:t>Compare each review date with that product’s earliest recorded review.</a:t>
            </a:r>
          </a:p>
        </p:txBody>
      </p:sp>
      <p:sp>
        <p:nvSpPr>
          <p:cNvPr id="14" name="">
            <a:extLst xmlns:a="http://schemas.openxmlformats.org/drawingml/2006/main">
              <a:ext uri="{FF2B5EF4-FFF2-40B4-BE49-F238E27FC236}">
                <a16:creationId xmlns:a16="http://schemas.microsoft.com/office/drawing/2014/main" id="{4EAF5431-33E3-473D-8E33-F042F39DA237}"/>
              </a:ext>
            </a:extLst>
          </p:cNvPr>
          <p:cNvSpPr>
            <a:spLocks xmlns:a="http://schemas.openxmlformats.org/drawingml/2006/main" noGrp="1"/>
          </p:cNvSpPr>
          <p:nvPr/>
        </p:nvSpPr>
        <p:spPr>
          <a:xfrm xmlns:a="http://schemas.openxmlformats.org/drawingml/2006/main">
            <a:off x="762000" y="3619500"/>
            <a:ext cx="10668000" cy="9525"/>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71C1AD4-4E6C-42C9-94A3-743596B177A2}"/>
              </a:ext>
            </a:extLst>
          </p:cNvPr>
          <p:cNvSpPr>
            <a:spLocks xmlns:a="http://schemas.openxmlformats.org/drawingml/2006/main" noGrp="1"/>
          </p:cNvSpPr>
          <p:nvPr/>
        </p:nvSpPr>
        <p:spPr>
          <a:xfrm xmlns:a="http://schemas.openxmlformats.org/drawingml/2006/main">
            <a:off x="762000" y="3905250"/>
            <a:ext cx="10382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i="0">
                <a:solidFill>
                  <a:srgbClr val="182B45"/>
                </a:solidFill>
                <a:latin typeface="Liberation Sans"/>
                <a:ea typeface="Liberation Sans"/>
                <a:cs typeface="Liberation Sans"/>
              </a:defRPr>
            </a:defPPr>
            <a:lvl1pPr algn="l">
              <a:defRPr sz="1875" b="1" i="0">
                <a:solidFill>
                  <a:srgbClr val="182B45"/>
                </a:solidFill>
                <a:latin typeface="Liberation Sans"/>
                <a:ea typeface="Liberation Sans"/>
                <a:cs typeface="Liberation Sans"/>
              </a:defRPr>
            </a:lvl1pPr>
            <a:lvl2pPr algn="l">
              <a:defRPr sz="1875" b="1" i="0">
                <a:solidFill>
                  <a:srgbClr val="182B45"/>
                </a:solidFill>
                <a:latin typeface="Liberation Sans"/>
                <a:ea typeface="Liberation Sans"/>
                <a:cs typeface="Liberation Sans"/>
              </a:defRPr>
            </a:lvl2pPr>
            <a:lvl3pPr algn="l">
              <a:defRPr sz="1875" b="1" i="0">
                <a:solidFill>
                  <a:srgbClr val="182B45"/>
                </a:solidFill>
                <a:latin typeface="Liberation Sans"/>
                <a:ea typeface="Liberation Sans"/>
                <a:cs typeface="Liberation Sans"/>
              </a:defRPr>
            </a:lvl3pPr>
            <a:lvl4pPr algn="l">
              <a:defRPr sz="1875" b="1" i="0">
                <a:solidFill>
                  <a:srgbClr val="182B45"/>
                </a:solidFill>
                <a:latin typeface="Liberation Sans"/>
                <a:ea typeface="Liberation Sans"/>
                <a:cs typeface="Liberation Sans"/>
              </a:defRPr>
            </a:lvl4pPr>
            <a:lvl5pPr algn="l">
              <a:defRPr sz="1875" b="1" i="0">
                <a:solidFill>
                  <a:srgbClr val="182B45"/>
                </a:solidFill>
                <a:latin typeface="Liberation Sans"/>
                <a:ea typeface="Liberation Sans"/>
                <a:cs typeface="Liberation Sans"/>
              </a:defRPr>
            </a:lvl5pPr>
            <a:lvl6pPr algn="l">
              <a:defRPr sz="1875" b="1" i="0">
                <a:solidFill>
                  <a:srgbClr val="182B45"/>
                </a:solidFill>
                <a:latin typeface="Liberation Sans"/>
                <a:ea typeface="Liberation Sans"/>
                <a:cs typeface="Liberation Sans"/>
              </a:defRPr>
            </a:lvl6pPr>
            <a:lvl7pPr algn="l">
              <a:defRPr sz="1875" b="1" i="0">
                <a:solidFill>
                  <a:srgbClr val="182B45"/>
                </a:solidFill>
                <a:latin typeface="Liberation Sans"/>
                <a:ea typeface="Liberation Sans"/>
                <a:cs typeface="Liberation Sans"/>
              </a:defRPr>
            </a:lvl7pPr>
            <a:lvl8pPr algn="l">
              <a:defRPr sz="1875" b="1" i="0">
                <a:solidFill>
                  <a:srgbClr val="182B45"/>
                </a:solidFill>
                <a:latin typeface="Liberation Sans"/>
                <a:ea typeface="Liberation Sans"/>
                <a:cs typeface="Liberation Sans"/>
              </a:defRPr>
            </a:lvl8pPr>
            <a:lvl9pPr algn="l">
              <a:defRPr sz="1875" b="1" i="0">
                <a:solidFill>
                  <a:srgbClr val="182B45"/>
                </a:solidFill>
                <a:latin typeface="Liberation Sans"/>
                <a:ea typeface="Liberation Sans"/>
                <a:cs typeface="Liberation Sans"/>
              </a:defRPr>
            </a:lvl9pPr>
          </a:lstStyle>
          <a:p xmlns:a="http://schemas.openxmlformats.org/drawingml/2006/main">
            <a:pPr algn="l">
              <a:defRPr sz="1875" b="1" i="0">
                <a:solidFill>
                  <a:srgbClr val="182B45"/>
                </a:solidFill>
                <a:latin typeface="Liberation Sans"/>
                <a:ea typeface="Liberation Sans"/>
                <a:cs typeface="Liberation Sans"/>
              </a:defRPr>
            </a:pPr>
            <a:r>
              <a:rPr sz="1875" b="1" i="0">
                <a:solidFill>
                  <a:srgbClr val="182B45"/>
                </a:solidFill>
                <a:latin typeface="Liberation Sans"/>
                <a:ea typeface="Liberation Sans"/>
                <a:cs typeface="Liberation Sans"/>
              </a:rPr>
              <a:t>Then count each review as positive, negative, or neutral in its time group.</a:t>
            </a:r>
          </a:p>
        </p:txBody>
      </p:sp>
      <p:sp>
        <p:nvSpPr>
          <p:cNvPr id="16" name="">
            <a:extLst xmlns:a="http://schemas.openxmlformats.org/drawingml/2006/main">
              <a:ext uri="{FF2B5EF4-FFF2-40B4-BE49-F238E27FC236}">
                <a16:creationId xmlns:a16="http://schemas.microsoft.com/office/drawing/2014/main" id="{EBC0BBF2-A29D-4EF6-AE05-61F69FC0F8D0}"/>
              </a:ext>
            </a:extLst>
          </p:cNvPr>
          <p:cNvSpPr>
            <a:spLocks xmlns:a="http://schemas.openxmlformats.org/drawingml/2006/main" noGrp="1"/>
          </p:cNvSpPr>
          <p:nvPr/>
        </p:nvSpPr>
        <p:spPr>
          <a:xfrm xmlns:a="http://schemas.openxmlformats.org/drawingml/2006/main">
            <a:off x="800100" y="4686300"/>
            <a:ext cx="95250" cy="95250"/>
          </a:xfrm>
          <a:prstGeom xmlns:a="http://schemas.openxmlformats.org/drawingml/2006/main" prst="ellipse">
            <a:avLst/>
          </a:prstGeom>
          <a:solidFill xmlns:a="http://schemas.openxmlformats.org/drawingml/2006/main">
            <a:srgbClr val="E6864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01DF8BF-724C-4140-BA2C-4262D523925B}"/>
              </a:ext>
            </a:extLst>
          </p:cNvPr>
          <p:cNvSpPr>
            <a:spLocks xmlns:a="http://schemas.openxmlformats.org/drawingml/2006/main" noGrp="1"/>
          </p:cNvSpPr>
          <p:nvPr/>
        </p:nvSpPr>
        <p:spPr>
          <a:xfrm xmlns:a="http://schemas.openxmlformats.org/drawingml/2006/main">
            <a:off x="1028700" y="4610100"/>
            <a:ext cx="10344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182B45"/>
                </a:solidFill>
                <a:latin typeface="Liberation Sans"/>
                <a:ea typeface="Liberation Sans"/>
                <a:cs typeface="Liberation Sans"/>
              </a:defRPr>
            </a:defPPr>
            <a:lvl1pPr algn="l">
              <a:defRPr sz="1350" b="0" i="0">
                <a:solidFill>
                  <a:srgbClr val="182B45"/>
                </a:solidFill>
                <a:latin typeface="Liberation Sans"/>
                <a:ea typeface="Liberation Sans"/>
                <a:cs typeface="Liberation Sans"/>
              </a:defRPr>
            </a:lvl1pPr>
            <a:lvl2pPr algn="l">
              <a:defRPr sz="1350" b="0" i="0">
                <a:solidFill>
                  <a:srgbClr val="182B45"/>
                </a:solidFill>
                <a:latin typeface="Liberation Sans"/>
                <a:ea typeface="Liberation Sans"/>
                <a:cs typeface="Liberation Sans"/>
              </a:defRPr>
            </a:lvl2pPr>
            <a:lvl3pPr algn="l">
              <a:defRPr sz="1350" b="0" i="0">
                <a:solidFill>
                  <a:srgbClr val="182B45"/>
                </a:solidFill>
                <a:latin typeface="Liberation Sans"/>
                <a:ea typeface="Liberation Sans"/>
                <a:cs typeface="Liberation Sans"/>
              </a:defRPr>
            </a:lvl3pPr>
            <a:lvl4pPr algn="l">
              <a:defRPr sz="1350" b="0" i="0">
                <a:solidFill>
                  <a:srgbClr val="182B45"/>
                </a:solidFill>
                <a:latin typeface="Liberation Sans"/>
                <a:ea typeface="Liberation Sans"/>
                <a:cs typeface="Liberation Sans"/>
              </a:defRPr>
            </a:lvl4pPr>
            <a:lvl5pPr algn="l">
              <a:defRPr sz="1350" b="0" i="0">
                <a:solidFill>
                  <a:srgbClr val="182B45"/>
                </a:solidFill>
                <a:latin typeface="Liberation Sans"/>
                <a:ea typeface="Liberation Sans"/>
                <a:cs typeface="Liberation Sans"/>
              </a:defRPr>
            </a:lvl5pPr>
            <a:lvl6pPr algn="l">
              <a:defRPr sz="1350" b="0" i="0">
                <a:solidFill>
                  <a:srgbClr val="182B45"/>
                </a:solidFill>
                <a:latin typeface="Liberation Sans"/>
                <a:ea typeface="Liberation Sans"/>
                <a:cs typeface="Liberation Sans"/>
              </a:defRPr>
            </a:lvl6pPr>
            <a:lvl7pPr algn="l">
              <a:defRPr sz="1350" b="0" i="0">
                <a:solidFill>
                  <a:srgbClr val="182B45"/>
                </a:solidFill>
                <a:latin typeface="Liberation Sans"/>
                <a:ea typeface="Liberation Sans"/>
                <a:cs typeface="Liberation Sans"/>
              </a:defRPr>
            </a:lvl7pPr>
            <a:lvl8pPr algn="l">
              <a:defRPr sz="1350" b="0" i="0">
                <a:solidFill>
                  <a:srgbClr val="182B45"/>
                </a:solidFill>
                <a:latin typeface="Liberation Sans"/>
                <a:ea typeface="Liberation Sans"/>
                <a:cs typeface="Liberation Sans"/>
              </a:defRPr>
            </a:lvl8pPr>
            <a:lvl9pPr algn="l">
              <a:defRPr sz="1350" b="0" i="0">
                <a:solidFill>
                  <a:srgbClr val="182B45"/>
                </a:solidFill>
                <a:latin typeface="Liberation Sans"/>
                <a:ea typeface="Liberation Sans"/>
                <a:cs typeface="Liberation Sans"/>
              </a:defRPr>
            </a:lvl9pPr>
          </a:lstStyle>
          <a:p xmlns:a="http://schemas.openxmlformats.org/drawingml/2006/main">
            <a:pPr algn="l">
              <a:defRPr sz="1350" b="0" i="0">
                <a:solidFill>
                  <a:srgbClr val="182B45"/>
                </a:solidFill>
                <a:latin typeface="Liberation Sans"/>
                <a:ea typeface="Liberation Sans"/>
                <a:cs typeface="Liberation Sans"/>
              </a:defRPr>
            </a:pPr>
            <a:r>
              <a:rPr sz="1350" b="0" i="0">
                <a:solidFill>
                  <a:srgbClr val="182B45"/>
                </a:solidFill>
                <a:latin typeface="Liberation Sans"/>
                <a:ea typeface="Liberation Sans"/>
                <a:cs typeface="Liberation Sans"/>
              </a:rPr>
              <a:t>The first 90 days means day 0 through day 89 after the earliest recorded review.</a:t>
            </a:r>
          </a:p>
        </p:txBody>
      </p:sp>
      <p:sp>
        <p:nvSpPr>
          <p:cNvPr id="18" name="">
            <a:extLst xmlns:a="http://schemas.openxmlformats.org/drawingml/2006/main">
              <a:ext uri="{FF2B5EF4-FFF2-40B4-BE49-F238E27FC236}">
                <a16:creationId xmlns:a16="http://schemas.microsoft.com/office/drawing/2014/main" id="{0297E3D0-334C-42C0-92D7-88F5CB9A4F4D}"/>
              </a:ext>
            </a:extLst>
          </p:cNvPr>
          <p:cNvSpPr>
            <a:spLocks xmlns:a="http://schemas.openxmlformats.org/drawingml/2006/main" noGrp="1"/>
          </p:cNvSpPr>
          <p:nvPr/>
        </p:nvSpPr>
        <p:spPr>
          <a:xfrm xmlns:a="http://schemas.openxmlformats.org/drawingml/2006/main">
            <a:off x="800100" y="5143500"/>
            <a:ext cx="95250" cy="95250"/>
          </a:xfrm>
          <a:prstGeom xmlns:a="http://schemas.openxmlformats.org/drawingml/2006/main" prst="ellipse">
            <a:avLst/>
          </a:prstGeom>
          <a:solidFill xmlns:a="http://schemas.openxmlformats.org/drawingml/2006/main">
            <a:srgbClr val="E6864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C970F54-E706-46D5-82DD-B2A092042A6C}"/>
              </a:ext>
            </a:extLst>
          </p:cNvPr>
          <p:cNvSpPr>
            <a:spLocks xmlns:a="http://schemas.openxmlformats.org/drawingml/2006/main" noGrp="1"/>
          </p:cNvSpPr>
          <p:nvPr/>
        </p:nvSpPr>
        <p:spPr>
          <a:xfrm xmlns:a="http://schemas.openxmlformats.org/drawingml/2006/main">
            <a:off x="1028700" y="5067300"/>
            <a:ext cx="10344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182B45"/>
                </a:solidFill>
                <a:latin typeface="Liberation Sans"/>
                <a:ea typeface="Liberation Sans"/>
                <a:cs typeface="Liberation Sans"/>
              </a:defRPr>
            </a:defPPr>
            <a:lvl1pPr algn="l">
              <a:defRPr sz="1350" b="0" i="0">
                <a:solidFill>
                  <a:srgbClr val="182B45"/>
                </a:solidFill>
                <a:latin typeface="Liberation Sans"/>
                <a:ea typeface="Liberation Sans"/>
                <a:cs typeface="Liberation Sans"/>
              </a:defRPr>
            </a:lvl1pPr>
            <a:lvl2pPr algn="l">
              <a:defRPr sz="1350" b="0" i="0">
                <a:solidFill>
                  <a:srgbClr val="182B45"/>
                </a:solidFill>
                <a:latin typeface="Liberation Sans"/>
                <a:ea typeface="Liberation Sans"/>
                <a:cs typeface="Liberation Sans"/>
              </a:defRPr>
            </a:lvl2pPr>
            <a:lvl3pPr algn="l">
              <a:defRPr sz="1350" b="0" i="0">
                <a:solidFill>
                  <a:srgbClr val="182B45"/>
                </a:solidFill>
                <a:latin typeface="Liberation Sans"/>
                <a:ea typeface="Liberation Sans"/>
                <a:cs typeface="Liberation Sans"/>
              </a:defRPr>
            </a:lvl3pPr>
            <a:lvl4pPr algn="l">
              <a:defRPr sz="1350" b="0" i="0">
                <a:solidFill>
                  <a:srgbClr val="182B45"/>
                </a:solidFill>
                <a:latin typeface="Liberation Sans"/>
                <a:ea typeface="Liberation Sans"/>
                <a:cs typeface="Liberation Sans"/>
              </a:defRPr>
            </a:lvl4pPr>
            <a:lvl5pPr algn="l">
              <a:defRPr sz="1350" b="0" i="0">
                <a:solidFill>
                  <a:srgbClr val="182B45"/>
                </a:solidFill>
                <a:latin typeface="Liberation Sans"/>
                <a:ea typeface="Liberation Sans"/>
                <a:cs typeface="Liberation Sans"/>
              </a:defRPr>
            </a:lvl5pPr>
            <a:lvl6pPr algn="l">
              <a:defRPr sz="1350" b="0" i="0">
                <a:solidFill>
                  <a:srgbClr val="182B45"/>
                </a:solidFill>
                <a:latin typeface="Liberation Sans"/>
                <a:ea typeface="Liberation Sans"/>
                <a:cs typeface="Liberation Sans"/>
              </a:defRPr>
            </a:lvl6pPr>
            <a:lvl7pPr algn="l">
              <a:defRPr sz="1350" b="0" i="0">
                <a:solidFill>
                  <a:srgbClr val="182B45"/>
                </a:solidFill>
                <a:latin typeface="Liberation Sans"/>
                <a:ea typeface="Liberation Sans"/>
                <a:cs typeface="Liberation Sans"/>
              </a:defRPr>
            </a:lvl7pPr>
            <a:lvl8pPr algn="l">
              <a:defRPr sz="1350" b="0" i="0">
                <a:solidFill>
                  <a:srgbClr val="182B45"/>
                </a:solidFill>
                <a:latin typeface="Liberation Sans"/>
                <a:ea typeface="Liberation Sans"/>
                <a:cs typeface="Liberation Sans"/>
              </a:defRPr>
            </a:lvl8pPr>
            <a:lvl9pPr algn="l">
              <a:defRPr sz="1350" b="0" i="0">
                <a:solidFill>
                  <a:srgbClr val="182B45"/>
                </a:solidFill>
                <a:latin typeface="Liberation Sans"/>
                <a:ea typeface="Liberation Sans"/>
                <a:cs typeface="Liberation Sans"/>
              </a:defRPr>
            </a:lvl9pPr>
          </a:lstStyle>
          <a:p xmlns:a="http://schemas.openxmlformats.org/drawingml/2006/main">
            <a:pPr algn="l">
              <a:defRPr sz="1350" b="0" i="0">
                <a:solidFill>
                  <a:srgbClr val="182B45"/>
                </a:solidFill>
                <a:latin typeface="Liberation Sans"/>
                <a:ea typeface="Liberation Sans"/>
                <a:cs typeface="Liberation Sans"/>
              </a:defRPr>
            </a:pPr>
            <a:r>
              <a:rPr sz="1350" b="0" i="0">
                <a:solidFill>
                  <a:srgbClr val="182B45"/>
                </a:solidFill>
                <a:latin typeface="Liberation Sans"/>
                <a:ea typeface="Liberation Sans"/>
                <a:cs typeface="Liberation Sans"/>
              </a:rPr>
              <a:t>Reviews with a date gap of 90 days or more go in the later group.</a:t>
            </a:r>
          </a:p>
        </p:txBody>
      </p:sp>
      <p:sp>
        <p:nvSpPr>
          <p:cNvPr id="20" name="">
            <a:extLst xmlns:a="http://schemas.openxmlformats.org/drawingml/2006/main">
              <a:ext uri="{FF2B5EF4-FFF2-40B4-BE49-F238E27FC236}">
                <a16:creationId xmlns:a16="http://schemas.microsoft.com/office/drawing/2014/main" id="{F46D0056-F2AC-4536-81B4-4A4BA1491673}"/>
              </a:ext>
            </a:extLst>
          </p:cNvPr>
          <p:cNvSpPr>
            <a:spLocks xmlns:a="http://schemas.openxmlformats.org/drawingml/2006/main" noGrp="1"/>
          </p:cNvSpPr>
          <p:nvPr/>
        </p:nvSpPr>
        <p:spPr>
          <a:xfrm xmlns:a="http://schemas.openxmlformats.org/drawingml/2006/main">
            <a:off x="800100" y="5600700"/>
            <a:ext cx="95250" cy="95250"/>
          </a:xfrm>
          <a:prstGeom xmlns:a="http://schemas.openxmlformats.org/drawingml/2006/main" prst="ellipse">
            <a:avLst/>
          </a:prstGeom>
          <a:solidFill xmlns:a="http://schemas.openxmlformats.org/drawingml/2006/main">
            <a:srgbClr val="E6864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A2C39CB-6AD1-4CC1-9C5F-C5A9251D4ED3}"/>
              </a:ext>
            </a:extLst>
          </p:cNvPr>
          <p:cNvSpPr>
            <a:spLocks xmlns:a="http://schemas.openxmlformats.org/drawingml/2006/main" noGrp="1"/>
          </p:cNvSpPr>
          <p:nvPr/>
        </p:nvSpPr>
        <p:spPr>
          <a:xfrm xmlns:a="http://schemas.openxmlformats.org/drawingml/2006/main">
            <a:off x="1028700" y="5524500"/>
            <a:ext cx="10344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182B45"/>
                </a:solidFill>
                <a:latin typeface="Liberation Sans"/>
                <a:ea typeface="Liberation Sans"/>
                <a:cs typeface="Liberation Sans"/>
              </a:defRPr>
            </a:defPPr>
            <a:lvl1pPr algn="l">
              <a:defRPr sz="1350" b="0" i="0">
                <a:solidFill>
                  <a:srgbClr val="182B45"/>
                </a:solidFill>
                <a:latin typeface="Liberation Sans"/>
                <a:ea typeface="Liberation Sans"/>
                <a:cs typeface="Liberation Sans"/>
              </a:defRPr>
            </a:lvl1pPr>
            <a:lvl2pPr algn="l">
              <a:defRPr sz="1350" b="0" i="0">
                <a:solidFill>
                  <a:srgbClr val="182B45"/>
                </a:solidFill>
                <a:latin typeface="Liberation Sans"/>
                <a:ea typeface="Liberation Sans"/>
                <a:cs typeface="Liberation Sans"/>
              </a:defRPr>
            </a:lvl2pPr>
            <a:lvl3pPr algn="l">
              <a:defRPr sz="1350" b="0" i="0">
                <a:solidFill>
                  <a:srgbClr val="182B45"/>
                </a:solidFill>
                <a:latin typeface="Liberation Sans"/>
                <a:ea typeface="Liberation Sans"/>
                <a:cs typeface="Liberation Sans"/>
              </a:defRPr>
            </a:lvl3pPr>
            <a:lvl4pPr algn="l">
              <a:defRPr sz="1350" b="0" i="0">
                <a:solidFill>
                  <a:srgbClr val="182B45"/>
                </a:solidFill>
                <a:latin typeface="Liberation Sans"/>
                <a:ea typeface="Liberation Sans"/>
                <a:cs typeface="Liberation Sans"/>
              </a:defRPr>
            </a:lvl4pPr>
            <a:lvl5pPr algn="l">
              <a:defRPr sz="1350" b="0" i="0">
                <a:solidFill>
                  <a:srgbClr val="182B45"/>
                </a:solidFill>
                <a:latin typeface="Liberation Sans"/>
                <a:ea typeface="Liberation Sans"/>
                <a:cs typeface="Liberation Sans"/>
              </a:defRPr>
            </a:lvl5pPr>
            <a:lvl6pPr algn="l">
              <a:defRPr sz="1350" b="0" i="0">
                <a:solidFill>
                  <a:srgbClr val="182B45"/>
                </a:solidFill>
                <a:latin typeface="Liberation Sans"/>
                <a:ea typeface="Liberation Sans"/>
                <a:cs typeface="Liberation Sans"/>
              </a:defRPr>
            </a:lvl6pPr>
            <a:lvl7pPr algn="l">
              <a:defRPr sz="1350" b="0" i="0">
                <a:solidFill>
                  <a:srgbClr val="182B45"/>
                </a:solidFill>
                <a:latin typeface="Liberation Sans"/>
                <a:ea typeface="Liberation Sans"/>
                <a:cs typeface="Liberation Sans"/>
              </a:defRPr>
            </a:lvl7pPr>
            <a:lvl8pPr algn="l">
              <a:defRPr sz="1350" b="0" i="0">
                <a:solidFill>
                  <a:srgbClr val="182B45"/>
                </a:solidFill>
                <a:latin typeface="Liberation Sans"/>
                <a:ea typeface="Liberation Sans"/>
                <a:cs typeface="Liberation Sans"/>
              </a:defRPr>
            </a:lvl8pPr>
            <a:lvl9pPr algn="l">
              <a:defRPr sz="1350" b="0" i="0">
                <a:solidFill>
                  <a:srgbClr val="182B45"/>
                </a:solidFill>
                <a:latin typeface="Liberation Sans"/>
                <a:ea typeface="Liberation Sans"/>
                <a:cs typeface="Liberation Sans"/>
              </a:defRPr>
            </a:lvl9pPr>
          </a:lstStyle>
          <a:p xmlns:a="http://schemas.openxmlformats.org/drawingml/2006/main">
            <a:pPr algn="l">
              <a:defRPr sz="1350" b="0" i="0">
                <a:solidFill>
                  <a:srgbClr val="182B45"/>
                </a:solidFill>
                <a:latin typeface="Liberation Sans"/>
                <a:ea typeface="Liberation Sans"/>
                <a:cs typeface="Liberation Sans"/>
              </a:defRPr>
            </a:pPr>
            <a:r>
              <a:rPr sz="1350" b="0" i="0">
                <a:solidFill>
                  <a:srgbClr val="182B45"/>
                </a:solidFill>
                <a:latin typeface="Liberation Sans"/>
                <a:ea typeface="Liberation Sans"/>
                <a:cs typeface="Liberation Sans"/>
              </a:rPr>
              <a:t>Only rows with a product ID, nonempty review text, and valid date are analyzed.</a:t>
            </a:r>
          </a:p>
        </p:txBody>
      </p:sp>
    </p:spTree>
    <p:extLst>
      <p:ext uri="{BB962C8B-B14F-4D97-AF65-F5344CB8AC3E}">
        <p14:creationId xmlns:p14="http://schemas.microsoft.com/office/powerpoint/2010/main" val="808765460"/>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FC6F617-6634-4378-B383-581B4997D376}"/>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34877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3B04B00-6BE2-4051-9A0B-630D868B47EF}"/>
              </a:ext>
            </a:extLst>
          </p:cNvPr>
          <p:cNvSpPr>
            <a:spLocks xmlns:a="http://schemas.openxmlformats.org/drawingml/2006/main" noGrp="1"/>
          </p:cNvSpPr>
          <p:nvPr/>
        </p:nvSpPr>
        <p:spPr>
          <a:xfrm xmlns:a="http://schemas.openxmlformats.org/drawingml/2006/main">
            <a:off x="685800" y="457200"/>
            <a:ext cx="1076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i="0">
                <a:solidFill>
                  <a:srgbClr val="10243A"/>
                </a:solidFill>
                <a:latin typeface="Liberation Sans"/>
                <a:ea typeface="Liberation Sans"/>
                <a:cs typeface="Liberation Sans"/>
              </a:defRPr>
            </a:defPPr>
            <a:lvl1pPr algn="l">
              <a:defRPr sz="2850" b="1" i="0">
                <a:solidFill>
                  <a:srgbClr val="10243A"/>
                </a:solidFill>
                <a:latin typeface="Liberation Sans"/>
                <a:ea typeface="Liberation Sans"/>
                <a:cs typeface="Liberation Sans"/>
              </a:defRPr>
            </a:lvl1pPr>
            <a:lvl2pPr algn="l">
              <a:defRPr sz="2850" b="1" i="0">
                <a:solidFill>
                  <a:srgbClr val="10243A"/>
                </a:solidFill>
                <a:latin typeface="Liberation Sans"/>
                <a:ea typeface="Liberation Sans"/>
                <a:cs typeface="Liberation Sans"/>
              </a:defRPr>
            </a:lvl2pPr>
            <a:lvl3pPr algn="l">
              <a:defRPr sz="2850" b="1" i="0">
                <a:solidFill>
                  <a:srgbClr val="10243A"/>
                </a:solidFill>
                <a:latin typeface="Liberation Sans"/>
                <a:ea typeface="Liberation Sans"/>
                <a:cs typeface="Liberation Sans"/>
              </a:defRPr>
            </a:lvl3pPr>
            <a:lvl4pPr algn="l">
              <a:defRPr sz="2850" b="1" i="0">
                <a:solidFill>
                  <a:srgbClr val="10243A"/>
                </a:solidFill>
                <a:latin typeface="Liberation Sans"/>
                <a:ea typeface="Liberation Sans"/>
                <a:cs typeface="Liberation Sans"/>
              </a:defRPr>
            </a:lvl4pPr>
            <a:lvl5pPr algn="l">
              <a:defRPr sz="2850" b="1" i="0">
                <a:solidFill>
                  <a:srgbClr val="10243A"/>
                </a:solidFill>
                <a:latin typeface="Liberation Sans"/>
                <a:ea typeface="Liberation Sans"/>
                <a:cs typeface="Liberation Sans"/>
              </a:defRPr>
            </a:lvl5pPr>
            <a:lvl6pPr algn="l">
              <a:defRPr sz="2850" b="1" i="0">
                <a:solidFill>
                  <a:srgbClr val="10243A"/>
                </a:solidFill>
                <a:latin typeface="Liberation Sans"/>
                <a:ea typeface="Liberation Sans"/>
                <a:cs typeface="Liberation Sans"/>
              </a:defRPr>
            </a:lvl6pPr>
            <a:lvl7pPr algn="l">
              <a:defRPr sz="2850" b="1" i="0">
                <a:solidFill>
                  <a:srgbClr val="10243A"/>
                </a:solidFill>
                <a:latin typeface="Liberation Sans"/>
                <a:ea typeface="Liberation Sans"/>
                <a:cs typeface="Liberation Sans"/>
              </a:defRPr>
            </a:lvl7pPr>
            <a:lvl8pPr algn="l">
              <a:defRPr sz="2850" b="1" i="0">
                <a:solidFill>
                  <a:srgbClr val="10243A"/>
                </a:solidFill>
                <a:latin typeface="Liberation Sans"/>
                <a:ea typeface="Liberation Sans"/>
                <a:cs typeface="Liberation Sans"/>
              </a:defRPr>
            </a:lvl8pPr>
            <a:lvl9pPr algn="l">
              <a:defRPr sz="2850" b="1" i="0">
                <a:solidFill>
                  <a:srgbClr val="10243A"/>
                </a:solidFill>
                <a:latin typeface="Liberation Sans"/>
                <a:ea typeface="Liberation Sans"/>
                <a:cs typeface="Liberation Sans"/>
              </a:defRPr>
            </a:lvl9pPr>
          </a:lstStyle>
          <a:p xmlns:a="http://schemas.openxmlformats.org/drawingml/2006/main">
            <a:pPr algn="l">
              <a:defRPr sz="2850" b="1" i="0">
                <a:solidFill>
                  <a:srgbClr val="10243A"/>
                </a:solidFill>
                <a:latin typeface="Liberation Sans"/>
                <a:ea typeface="Liberation Sans"/>
                <a:cs typeface="Liberation Sans"/>
              </a:defRPr>
            </a:pPr>
            <a:r>
              <a:rPr sz="2850" b="1" i="0">
                <a:solidFill>
                  <a:srgbClr val="10243A"/>
                </a:solidFill>
                <a:latin typeface="Liberation Sans"/>
                <a:ea typeface="Liberation Sans"/>
                <a:cs typeface="Liberation Sans"/>
              </a:rPr>
              <a:t>Results by review period</a:t>
            </a:r>
          </a:p>
        </p:txBody>
      </p:sp>
      <p:sp>
        <p:nvSpPr>
          <p:cNvPr id="3" name="">
            <a:extLst xmlns:a="http://schemas.openxmlformats.org/drawingml/2006/main">
              <a:ext uri="{FF2B5EF4-FFF2-40B4-BE49-F238E27FC236}">
                <a16:creationId xmlns:a16="http://schemas.microsoft.com/office/drawing/2014/main" id="{850EECF3-45DA-41C5-AC74-5FA69137F5DA}"/>
              </a:ext>
            </a:extLst>
          </p:cNvPr>
          <p:cNvSpPr>
            <a:spLocks xmlns:a="http://schemas.openxmlformats.org/drawingml/2006/main" noGrp="1"/>
          </p:cNvSpPr>
          <p:nvPr/>
        </p:nvSpPr>
        <p:spPr>
          <a:xfrm xmlns:a="http://schemas.openxmlformats.org/drawingml/2006/main">
            <a:off x="704850" y="105727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536579"/>
                </a:solidFill>
                <a:latin typeface="Liberation Sans"/>
                <a:ea typeface="Liberation Sans"/>
                <a:cs typeface="Liberation Sans"/>
              </a:defRPr>
            </a:defPPr>
            <a:lvl1pPr algn="l">
              <a:defRPr sz="1425" b="0" i="0">
                <a:solidFill>
                  <a:srgbClr val="536579"/>
                </a:solidFill>
                <a:latin typeface="Liberation Sans"/>
                <a:ea typeface="Liberation Sans"/>
                <a:cs typeface="Liberation Sans"/>
              </a:defRPr>
            </a:lvl1pPr>
            <a:lvl2pPr algn="l">
              <a:defRPr sz="1425" b="0" i="0">
                <a:solidFill>
                  <a:srgbClr val="536579"/>
                </a:solidFill>
                <a:latin typeface="Liberation Sans"/>
                <a:ea typeface="Liberation Sans"/>
                <a:cs typeface="Liberation Sans"/>
              </a:defRPr>
            </a:lvl2pPr>
            <a:lvl3pPr algn="l">
              <a:defRPr sz="1425" b="0" i="0">
                <a:solidFill>
                  <a:srgbClr val="536579"/>
                </a:solidFill>
                <a:latin typeface="Liberation Sans"/>
                <a:ea typeface="Liberation Sans"/>
                <a:cs typeface="Liberation Sans"/>
              </a:defRPr>
            </a:lvl3pPr>
            <a:lvl4pPr algn="l">
              <a:defRPr sz="1425" b="0" i="0">
                <a:solidFill>
                  <a:srgbClr val="536579"/>
                </a:solidFill>
                <a:latin typeface="Liberation Sans"/>
                <a:ea typeface="Liberation Sans"/>
                <a:cs typeface="Liberation Sans"/>
              </a:defRPr>
            </a:lvl4pPr>
            <a:lvl5pPr algn="l">
              <a:defRPr sz="1425" b="0" i="0">
                <a:solidFill>
                  <a:srgbClr val="536579"/>
                </a:solidFill>
                <a:latin typeface="Liberation Sans"/>
                <a:ea typeface="Liberation Sans"/>
                <a:cs typeface="Liberation Sans"/>
              </a:defRPr>
            </a:lvl5pPr>
            <a:lvl6pPr algn="l">
              <a:defRPr sz="1425" b="0" i="0">
                <a:solidFill>
                  <a:srgbClr val="536579"/>
                </a:solidFill>
                <a:latin typeface="Liberation Sans"/>
                <a:ea typeface="Liberation Sans"/>
                <a:cs typeface="Liberation Sans"/>
              </a:defRPr>
            </a:lvl6pPr>
            <a:lvl7pPr algn="l">
              <a:defRPr sz="1425" b="0" i="0">
                <a:solidFill>
                  <a:srgbClr val="536579"/>
                </a:solidFill>
                <a:latin typeface="Liberation Sans"/>
                <a:ea typeface="Liberation Sans"/>
                <a:cs typeface="Liberation Sans"/>
              </a:defRPr>
            </a:lvl7pPr>
            <a:lvl8pPr algn="l">
              <a:defRPr sz="1425" b="0" i="0">
                <a:solidFill>
                  <a:srgbClr val="536579"/>
                </a:solidFill>
                <a:latin typeface="Liberation Sans"/>
                <a:ea typeface="Liberation Sans"/>
                <a:cs typeface="Liberation Sans"/>
              </a:defRPr>
            </a:lvl8pPr>
            <a:lvl9pPr algn="l">
              <a:defRPr sz="1425" b="0" i="0">
                <a:solidFill>
                  <a:srgbClr val="536579"/>
                </a:solidFill>
                <a:latin typeface="Liberation Sans"/>
                <a:ea typeface="Liberation Sans"/>
                <a:cs typeface="Liberation Sans"/>
              </a:defRPr>
            </a:lvl9pPr>
          </a:lstStyle>
          <a:p xmlns:a="http://schemas.openxmlformats.org/drawingml/2006/main">
            <a:pPr algn="l">
              <a:defRPr sz="1425" b="0" i="0">
                <a:solidFill>
                  <a:srgbClr val="536579"/>
                </a:solidFill>
                <a:latin typeface="Liberation Sans"/>
                <a:ea typeface="Liberation Sans"/>
                <a:cs typeface="Liberation Sans"/>
              </a:defRPr>
            </a:pPr>
            <a:r>
              <a:rPr sz="1425" b="0" i="0">
                <a:solidFill>
                  <a:srgbClr val="536579"/>
                </a:solidFill>
                <a:latin typeface="Liberation Sans"/>
                <a:ea typeface="Liberation Sans"/>
                <a:cs typeface="Liberation Sans"/>
              </a:rPr>
              <a:t>Percent of reviews in each sentiment group</a:t>
            </a:r>
          </a:p>
        </p:txBody>
      </p:sp>
      <p:sp>
        <p:nvSpPr>
          <p:cNvPr id="4" name="">
            <a:extLst xmlns:a="http://schemas.openxmlformats.org/drawingml/2006/main">
              <a:ext uri="{FF2B5EF4-FFF2-40B4-BE49-F238E27FC236}">
                <a16:creationId xmlns:a16="http://schemas.microsoft.com/office/drawing/2014/main" id="{3287E566-3218-4663-B67B-4C650CD1215A}"/>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821845A-F34F-4275-8879-7DEF1E94B9A9}"/>
              </a:ext>
            </a:extLst>
          </p:cNvPr>
          <p:cNvSpPr>
            <a:spLocks xmlns:a="http://schemas.openxmlformats.org/drawingml/2006/main" noGrp="1"/>
          </p:cNvSpPr>
          <p:nvPr/>
        </p:nvSpPr>
        <p:spPr>
          <a:xfrm xmlns:a="http://schemas.openxmlformats.org/drawingml/2006/main">
            <a:off x="685800" y="64579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0">
                <a:solidFill>
                  <a:srgbClr val="687783"/>
                </a:solidFill>
                <a:latin typeface="Liberation Sans"/>
                <a:ea typeface="Liberation Sans"/>
                <a:cs typeface="Liberation Sans"/>
              </a:defRPr>
            </a:defPPr>
            <a:lvl1pPr algn="l">
              <a:defRPr sz="1050" b="0" i="0">
                <a:solidFill>
                  <a:srgbClr val="687783"/>
                </a:solidFill>
                <a:latin typeface="Liberation Sans"/>
                <a:ea typeface="Liberation Sans"/>
                <a:cs typeface="Liberation Sans"/>
              </a:defRPr>
            </a:lvl1pPr>
            <a:lvl2pPr algn="l">
              <a:defRPr sz="1050" b="0" i="0">
                <a:solidFill>
                  <a:srgbClr val="687783"/>
                </a:solidFill>
                <a:latin typeface="Liberation Sans"/>
                <a:ea typeface="Liberation Sans"/>
                <a:cs typeface="Liberation Sans"/>
              </a:defRPr>
            </a:lvl2pPr>
            <a:lvl3pPr algn="l">
              <a:defRPr sz="1050" b="0" i="0">
                <a:solidFill>
                  <a:srgbClr val="687783"/>
                </a:solidFill>
                <a:latin typeface="Liberation Sans"/>
                <a:ea typeface="Liberation Sans"/>
                <a:cs typeface="Liberation Sans"/>
              </a:defRPr>
            </a:lvl3pPr>
            <a:lvl4pPr algn="l">
              <a:defRPr sz="1050" b="0" i="0">
                <a:solidFill>
                  <a:srgbClr val="687783"/>
                </a:solidFill>
                <a:latin typeface="Liberation Sans"/>
                <a:ea typeface="Liberation Sans"/>
                <a:cs typeface="Liberation Sans"/>
              </a:defRPr>
            </a:lvl4pPr>
            <a:lvl5pPr algn="l">
              <a:defRPr sz="1050" b="0" i="0">
                <a:solidFill>
                  <a:srgbClr val="687783"/>
                </a:solidFill>
                <a:latin typeface="Liberation Sans"/>
                <a:ea typeface="Liberation Sans"/>
                <a:cs typeface="Liberation Sans"/>
              </a:defRPr>
            </a:lvl5pPr>
            <a:lvl6pPr algn="l">
              <a:defRPr sz="1050" b="0" i="0">
                <a:solidFill>
                  <a:srgbClr val="687783"/>
                </a:solidFill>
                <a:latin typeface="Liberation Sans"/>
                <a:ea typeface="Liberation Sans"/>
                <a:cs typeface="Liberation Sans"/>
              </a:defRPr>
            </a:lvl6pPr>
            <a:lvl7pPr algn="l">
              <a:defRPr sz="1050" b="0" i="0">
                <a:solidFill>
                  <a:srgbClr val="687783"/>
                </a:solidFill>
                <a:latin typeface="Liberation Sans"/>
                <a:ea typeface="Liberation Sans"/>
                <a:cs typeface="Liberation Sans"/>
              </a:defRPr>
            </a:lvl7pPr>
            <a:lvl8pPr algn="l">
              <a:defRPr sz="1050" b="0" i="0">
                <a:solidFill>
                  <a:srgbClr val="687783"/>
                </a:solidFill>
                <a:latin typeface="Liberation Sans"/>
                <a:ea typeface="Liberation Sans"/>
                <a:cs typeface="Liberation Sans"/>
              </a:defRPr>
            </a:lvl8pPr>
            <a:lvl9pPr algn="l">
              <a:defRPr sz="1050" b="0" i="0">
                <a:solidFill>
                  <a:srgbClr val="687783"/>
                </a:solidFill>
                <a:latin typeface="Liberation Sans"/>
                <a:ea typeface="Liberation Sans"/>
                <a:cs typeface="Liberation Sans"/>
              </a:defRPr>
            </a:lvl9pPr>
          </a:lstStyle>
          <a:p xmlns:a="http://schemas.openxmlformats.org/drawingml/2006/main">
            <a:pPr algn="l">
              <a:defRPr sz="1050" b="0" i="0">
                <a:solidFill>
                  <a:srgbClr val="687783"/>
                </a:solidFill>
                <a:latin typeface="Liberation Sans"/>
                <a:ea typeface="Liberation Sans"/>
                <a:cs typeface="Liberation Sans"/>
              </a:defRPr>
            </a:pPr>
            <a:r>
              <a:rPr sz="1050" b="0" i="0">
                <a:solidFill>
                  <a:srgbClr val="687783"/>
                </a:solidFill>
                <a:latin typeface="Liberation Sans"/>
                <a:ea typeface="Liberation Sans"/>
                <a:cs typeface="Liberation Sans"/>
              </a:rPr>
              <a:t>Consumer Review Lab · Activity 5</a:t>
            </a:r>
          </a:p>
        </p:txBody>
      </p:sp>
      <p:sp>
        <p:nvSpPr>
          <p:cNvPr id="6" name="">
            <a:extLst xmlns:a="http://schemas.openxmlformats.org/drawingml/2006/main">
              <a:ext uri="{FF2B5EF4-FFF2-40B4-BE49-F238E27FC236}">
                <a16:creationId xmlns:a16="http://schemas.microsoft.com/office/drawing/2014/main" id="{3F3102F0-44E8-4135-987C-B5AD80AC9FF3}"/>
              </a:ext>
            </a:extLst>
          </p:cNvPr>
          <p:cNvSpPr>
            <a:spLocks xmlns:a="http://schemas.openxmlformats.org/drawingml/2006/main" noGrp="1"/>
          </p:cNvSpPr>
          <p:nvPr/>
        </p:nvSpPr>
        <p:spPr>
          <a:xfrm xmlns:a="http://schemas.openxmlformats.org/drawingml/2006/main">
            <a:off x="11106150" y="64389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0" i="0">
                <a:solidFill>
                  <a:srgbClr val="687783"/>
                </a:solidFill>
                <a:latin typeface="Liberation Sans"/>
                <a:ea typeface="Liberation Sans"/>
                <a:cs typeface="Liberation Sans"/>
              </a:defRPr>
            </a:defPPr>
            <a:lvl1pPr algn="r">
              <a:defRPr sz="1125" b="0" i="0">
                <a:solidFill>
                  <a:srgbClr val="687783"/>
                </a:solidFill>
                <a:latin typeface="Liberation Sans"/>
                <a:ea typeface="Liberation Sans"/>
                <a:cs typeface="Liberation Sans"/>
              </a:defRPr>
            </a:lvl1pPr>
            <a:lvl2pPr algn="r">
              <a:defRPr sz="1125" b="0" i="0">
                <a:solidFill>
                  <a:srgbClr val="687783"/>
                </a:solidFill>
                <a:latin typeface="Liberation Sans"/>
                <a:ea typeface="Liberation Sans"/>
                <a:cs typeface="Liberation Sans"/>
              </a:defRPr>
            </a:lvl2pPr>
            <a:lvl3pPr algn="r">
              <a:defRPr sz="1125" b="0" i="0">
                <a:solidFill>
                  <a:srgbClr val="687783"/>
                </a:solidFill>
                <a:latin typeface="Liberation Sans"/>
                <a:ea typeface="Liberation Sans"/>
                <a:cs typeface="Liberation Sans"/>
              </a:defRPr>
            </a:lvl3pPr>
            <a:lvl4pPr algn="r">
              <a:defRPr sz="1125" b="0" i="0">
                <a:solidFill>
                  <a:srgbClr val="687783"/>
                </a:solidFill>
                <a:latin typeface="Liberation Sans"/>
                <a:ea typeface="Liberation Sans"/>
                <a:cs typeface="Liberation Sans"/>
              </a:defRPr>
            </a:lvl4pPr>
            <a:lvl5pPr algn="r">
              <a:defRPr sz="1125" b="0" i="0">
                <a:solidFill>
                  <a:srgbClr val="687783"/>
                </a:solidFill>
                <a:latin typeface="Liberation Sans"/>
                <a:ea typeface="Liberation Sans"/>
                <a:cs typeface="Liberation Sans"/>
              </a:defRPr>
            </a:lvl5pPr>
            <a:lvl6pPr algn="r">
              <a:defRPr sz="1125" b="0" i="0">
                <a:solidFill>
                  <a:srgbClr val="687783"/>
                </a:solidFill>
                <a:latin typeface="Liberation Sans"/>
                <a:ea typeface="Liberation Sans"/>
                <a:cs typeface="Liberation Sans"/>
              </a:defRPr>
            </a:lvl6pPr>
            <a:lvl7pPr algn="r">
              <a:defRPr sz="1125" b="0" i="0">
                <a:solidFill>
                  <a:srgbClr val="687783"/>
                </a:solidFill>
                <a:latin typeface="Liberation Sans"/>
                <a:ea typeface="Liberation Sans"/>
                <a:cs typeface="Liberation Sans"/>
              </a:defRPr>
            </a:lvl7pPr>
            <a:lvl8pPr algn="r">
              <a:defRPr sz="1125" b="0" i="0">
                <a:solidFill>
                  <a:srgbClr val="687783"/>
                </a:solidFill>
                <a:latin typeface="Liberation Sans"/>
                <a:ea typeface="Liberation Sans"/>
                <a:cs typeface="Liberation Sans"/>
              </a:defRPr>
            </a:lvl8pPr>
            <a:lvl9pPr algn="r">
              <a:defRPr sz="1125" b="0" i="0">
                <a:solidFill>
                  <a:srgbClr val="687783"/>
                </a:solidFill>
                <a:latin typeface="Liberation Sans"/>
                <a:ea typeface="Liberation Sans"/>
                <a:cs typeface="Liberation Sans"/>
              </a:defRPr>
            </a:lvl9pPr>
          </a:lstStyle>
          <a:p xmlns:a="http://schemas.openxmlformats.org/drawingml/2006/main">
            <a:pPr algn="r">
              <a:defRPr sz="1125" b="0" i="0">
                <a:solidFill>
                  <a:srgbClr val="687783"/>
                </a:solidFill>
                <a:latin typeface="Liberation Sans"/>
                <a:ea typeface="Liberation Sans"/>
                <a:cs typeface="Liberation Sans"/>
              </a:defRPr>
            </a:pPr>
            <a:r>
              <a:rPr sz="1125" b="0" i="0">
                <a:solidFill>
                  <a:srgbClr val="687783"/>
                </a:solidFill>
                <a:latin typeface="Liberation Sans"/>
                <a:ea typeface="Liberation Sans"/>
                <a:cs typeface="Liberation Sans"/>
              </a:rPr>
              <a:t>06</a:t>
            </a:r>
          </a:p>
        </p:txBody>
      </p:sp>
      <p:sp>
        <p:nvSpPr>
          <p:cNvPr id="7" name="">
            <a:extLst xmlns:a="http://schemas.openxmlformats.org/drawingml/2006/main">
              <a:ext uri="{FF2B5EF4-FFF2-40B4-BE49-F238E27FC236}">
                <a16:creationId xmlns:a16="http://schemas.microsoft.com/office/drawing/2014/main" id="{497AF39C-AB7F-4F8F-B536-3832552DE56C}"/>
              </a:ext>
            </a:extLst>
          </p:cNvPr>
          <p:cNvSpPr>
            <a:spLocks xmlns:a="http://schemas.openxmlformats.org/drawingml/2006/main" noGrp="1"/>
          </p:cNvSpPr>
          <p:nvPr/>
        </p:nvSpPr>
        <p:spPr>
          <a:xfrm xmlns:a="http://schemas.openxmlformats.org/drawingml/2006/main">
            <a:off x="876300" y="1685925"/>
            <a:ext cx="4667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i="0">
                <a:solidFill>
                  <a:srgbClr val="10243A"/>
                </a:solidFill>
                <a:latin typeface="Liberation Sans"/>
                <a:ea typeface="Liberation Sans"/>
                <a:cs typeface="Liberation Sans"/>
              </a:defRPr>
            </a:defPPr>
            <a:lvl1pPr algn="l">
              <a:defRPr sz="2025" b="1" i="0">
                <a:solidFill>
                  <a:srgbClr val="10243A"/>
                </a:solidFill>
                <a:latin typeface="Liberation Sans"/>
                <a:ea typeface="Liberation Sans"/>
                <a:cs typeface="Liberation Sans"/>
              </a:defRPr>
            </a:lvl1pPr>
            <a:lvl2pPr algn="l">
              <a:defRPr sz="2025" b="1" i="0">
                <a:solidFill>
                  <a:srgbClr val="10243A"/>
                </a:solidFill>
                <a:latin typeface="Liberation Sans"/>
                <a:ea typeface="Liberation Sans"/>
                <a:cs typeface="Liberation Sans"/>
              </a:defRPr>
            </a:lvl2pPr>
            <a:lvl3pPr algn="l">
              <a:defRPr sz="2025" b="1" i="0">
                <a:solidFill>
                  <a:srgbClr val="10243A"/>
                </a:solidFill>
                <a:latin typeface="Liberation Sans"/>
                <a:ea typeface="Liberation Sans"/>
                <a:cs typeface="Liberation Sans"/>
              </a:defRPr>
            </a:lvl3pPr>
            <a:lvl4pPr algn="l">
              <a:defRPr sz="2025" b="1" i="0">
                <a:solidFill>
                  <a:srgbClr val="10243A"/>
                </a:solidFill>
                <a:latin typeface="Liberation Sans"/>
                <a:ea typeface="Liberation Sans"/>
                <a:cs typeface="Liberation Sans"/>
              </a:defRPr>
            </a:lvl4pPr>
            <a:lvl5pPr algn="l">
              <a:defRPr sz="2025" b="1" i="0">
                <a:solidFill>
                  <a:srgbClr val="10243A"/>
                </a:solidFill>
                <a:latin typeface="Liberation Sans"/>
                <a:ea typeface="Liberation Sans"/>
                <a:cs typeface="Liberation Sans"/>
              </a:defRPr>
            </a:lvl5pPr>
            <a:lvl6pPr algn="l">
              <a:defRPr sz="2025" b="1" i="0">
                <a:solidFill>
                  <a:srgbClr val="10243A"/>
                </a:solidFill>
                <a:latin typeface="Liberation Sans"/>
                <a:ea typeface="Liberation Sans"/>
                <a:cs typeface="Liberation Sans"/>
              </a:defRPr>
            </a:lvl6pPr>
            <a:lvl7pPr algn="l">
              <a:defRPr sz="2025" b="1" i="0">
                <a:solidFill>
                  <a:srgbClr val="10243A"/>
                </a:solidFill>
                <a:latin typeface="Liberation Sans"/>
                <a:ea typeface="Liberation Sans"/>
                <a:cs typeface="Liberation Sans"/>
              </a:defRPr>
            </a:lvl7pPr>
            <a:lvl8pPr algn="l">
              <a:defRPr sz="2025" b="1" i="0">
                <a:solidFill>
                  <a:srgbClr val="10243A"/>
                </a:solidFill>
                <a:latin typeface="Liberation Sans"/>
                <a:ea typeface="Liberation Sans"/>
                <a:cs typeface="Liberation Sans"/>
              </a:defRPr>
            </a:lvl8pPr>
            <a:lvl9pPr algn="l">
              <a:defRPr sz="2025" b="1" i="0">
                <a:solidFill>
                  <a:srgbClr val="10243A"/>
                </a:solidFill>
                <a:latin typeface="Liberation Sans"/>
                <a:ea typeface="Liberation Sans"/>
                <a:cs typeface="Liberation Sans"/>
              </a:defRPr>
            </a:lvl9pPr>
          </a:lstStyle>
          <a:p xmlns:a="http://schemas.openxmlformats.org/drawingml/2006/main">
            <a:pPr algn="l">
              <a:defRPr sz="2025" b="1" i="0">
                <a:solidFill>
                  <a:srgbClr val="10243A"/>
                </a:solidFill>
                <a:latin typeface="Liberation Sans"/>
                <a:ea typeface="Liberation Sans"/>
                <a:cs typeface="Liberation Sans"/>
              </a:defRPr>
            </a:pPr>
            <a:r>
              <a:rPr sz="2025" b="1" i="0">
                <a:solidFill>
                  <a:srgbClr val="10243A"/>
                </a:solidFill>
                <a:latin typeface="Liberation Sans"/>
                <a:ea typeface="Liberation Sans"/>
                <a:cs typeface="Liberation Sans"/>
              </a:rPr>
              <a:t>First 90 days</a:t>
            </a:r>
          </a:p>
        </p:txBody>
      </p:sp>
      <p:sp>
        <p:nvSpPr>
          <p:cNvPr id="8" name="">
            <a:extLst xmlns:a="http://schemas.openxmlformats.org/drawingml/2006/main">
              <a:ext uri="{FF2B5EF4-FFF2-40B4-BE49-F238E27FC236}">
                <a16:creationId xmlns:a16="http://schemas.microsoft.com/office/drawing/2014/main" id="{D6C87321-B32D-4BBF-9256-9E4337C9E095}"/>
              </a:ext>
            </a:extLst>
          </p:cNvPr>
          <p:cNvSpPr>
            <a:spLocks xmlns:a="http://schemas.openxmlformats.org/drawingml/2006/main" noGrp="1"/>
          </p:cNvSpPr>
          <p:nvPr/>
        </p:nvSpPr>
        <p:spPr>
          <a:xfrm xmlns:a="http://schemas.openxmlformats.org/drawingml/2006/main">
            <a:off x="876300" y="2114550"/>
            <a:ext cx="466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536579"/>
                </a:solidFill>
                <a:latin typeface="Liberation Sans"/>
                <a:ea typeface="Liberation Sans"/>
                <a:cs typeface="Liberation Sans"/>
              </a:defRPr>
            </a:defPPr>
            <a:lvl1pPr algn="l">
              <a:defRPr sz="1425" b="0" i="0">
                <a:solidFill>
                  <a:srgbClr val="536579"/>
                </a:solidFill>
                <a:latin typeface="Liberation Sans"/>
                <a:ea typeface="Liberation Sans"/>
                <a:cs typeface="Liberation Sans"/>
              </a:defRPr>
            </a:lvl1pPr>
            <a:lvl2pPr algn="l">
              <a:defRPr sz="1425" b="0" i="0">
                <a:solidFill>
                  <a:srgbClr val="536579"/>
                </a:solidFill>
                <a:latin typeface="Liberation Sans"/>
                <a:ea typeface="Liberation Sans"/>
                <a:cs typeface="Liberation Sans"/>
              </a:defRPr>
            </a:lvl2pPr>
            <a:lvl3pPr algn="l">
              <a:defRPr sz="1425" b="0" i="0">
                <a:solidFill>
                  <a:srgbClr val="536579"/>
                </a:solidFill>
                <a:latin typeface="Liberation Sans"/>
                <a:ea typeface="Liberation Sans"/>
                <a:cs typeface="Liberation Sans"/>
              </a:defRPr>
            </a:lvl3pPr>
            <a:lvl4pPr algn="l">
              <a:defRPr sz="1425" b="0" i="0">
                <a:solidFill>
                  <a:srgbClr val="536579"/>
                </a:solidFill>
                <a:latin typeface="Liberation Sans"/>
                <a:ea typeface="Liberation Sans"/>
                <a:cs typeface="Liberation Sans"/>
              </a:defRPr>
            </a:lvl4pPr>
            <a:lvl5pPr algn="l">
              <a:defRPr sz="1425" b="0" i="0">
                <a:solidFill>
                  <a:srgbClr val="536579"/>
                </a:solidFill>
                <a:latin typeface="Liberation Sans"/>
                <a:ea typeface="Liberation Sans"/>
                <a:cs typeface="Liberation Sans"/>
              </a:defRPr>
            </a:lvl5pPr>
            <a:lvl6pPr algn="l">
              <a:defRPr sz="1425" b="0" i="0">
                <a:solidFill>
                  <a:srgbClr val="536579"/>
                </a:solidFill>
                <a:latin typeface="Liberation Sans"/>
                <a:ea typeface="Liberation Sans"/>
                <a:cs typeface="Liberation Sans"/>
              </a:defRPr>
            </a:lvl6pPr>
            <a:lvl7pPr algn="l">
              <a:defRPr sz="1425" b="0" i="0">
                <a:solidFill>
                  <a:srgbClr val="536579"/>
                </a:solidFill>
                <a:latin typeface="Liberation Sans"/>
                <a:ea typeface="Liberation Sans"/>
                <a:cs typeface="Liberation Sans"/>
              </a:defRPr>
            </a:lvl7pPr>
            <a:lvl8pPr algn="l">
              <a:defRPr sz="1425" b="0" i="0">
                <a:solidFill>
                  <a:srgbClr val="536579"/>
                </a:solidFill>
                <a:latin typeface="Liberation Sans"/>
                <a:ea typeface="Liberation Sans"/>
                <a:cs typeface="Liberation Sans"/>
              </a:defRPr>
            </a:lvl8pPr>
            <a:lvl9pPr algn="l">
              <a:defRPr sz="1425" b="0" i="0">
                <a:solidFill>
                  <a:srgbClr val="536579"/>
                </a:solidFill>
                <a:latin typeface="Liberation Sans"/>
                <a:ea typeface="Liberation Sans"/>
                <a:cs typeface="Liberation Sans"/>
              </a:defRPr>
            </a:lvl9pPr>
          </a:lstStyle>
          <a:p xmlns:a="http://schemas.openxmlformats.org/drawingml/2006/main">
            <a:pPr algn="l">
              <a:defRPr sz="1425" b="0" i="0">
                <a:solidFill>
                  <a:srgbClr val="536579"/>
                </a:solidFill>
                <a:latin typeface="Liberation Sans"/>
                <a:ea typeface="Liberation Sans"/>
                <a:cs typeface="Liberation Sans"/>
              </a:defRPr>
            </a:pPr>
            <a:r>
              <a:rPr sz="1425" b="0" i="0">
                <a:solidFill>
                  <a:srgbClr val="536579"/>
                </a:solidFill>
                <a:latin typeface="Liberation Sans"/>
                <a:ea typeface="Liberation Sans"/>
                <a:cs typeface="Liberation Sans"/>
              </a:rPr>
              <a:t>3,351 reviews</a:t>
            </a:r>
          </a:p>
        </p:txBody>
      </p:sp>
      <p:sp>
        <p:nvSpPr>
          <p:cNvPr id="9" name="">
            <a:extLst xmlns:a="http://schemas.openxmlformats.org/drawingml/2006/main">
              <a:ext uri="{FF2B5EF4-FFF2-40B4-BE49-F238E27FC236}">
                <a16:creationId xmlns:a16="http://schemas.microsoft.com/office/drawing/2014/main" id="{00CD91D2-7E58-4D63-983F-6DEE27C4CCE2}"/>
              </a:ext>
            </a:extLst>
          </p:cNvPr>
          <p:cNvSpPr>
            <a:spLocks xmlns:a="http://schemas.openxmlformats.org/drawingml/2006/main" noGrp="1"/>
          </p:cNvSpPr>
          <p:nvPr/>
        </p:nvSpPr>
        <p:spPr>
          <a:xfrm xmlns:a="http://schemas.openxmlformats.org/drawingml/2006/main">
            <a:off x="876300" y="2743200"/>
            <a:ext cx="4667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650" b="1" i="0">
                <a:solidFill>
                  <a:srgbClr val="34877E"/>
                </a:solidFill>
                <a:latin typeface="Liberation Sans"/>
                <a:ea typeface="Liberation Sans"/>
                <a:cs typeface="Liberation Sans"/>
              </a:defRPr>
            </a:defPPr>
            <a:lvl1pPr algn="l">
              <a:defRPr sz="4650" b="1" i="0">
                <a:solidFill>
                  <a:srgbClr val="34877E"/>
                </a:solidFill>
                <a:latin typeface="Liberation Sans"/>
                <a:ea typeface="Liberation Sans"/>
                <a:cs typeface="Liberation Sans"/>
              </a:defRPr>
            </a:lvl1pPr>
            <a:lvl2pPr algn="l">
              <a:defRPr sz="4650" b="1" i="0">
                <a:solidFill>
                  <a:srgbClr val="34877E"/>
                </a:solidFill>
                <a:latin typeface="Liberation Sans"/>
                <a:ea typeface="Liberation Sans"/>
                <a:cs typeface="Liberation Sans"/>
              </a:defRPr>
            </a:lvl2pPr>
            <a:lvl3pPr algn="l">
              <a:defRPr sz="4650" b="1" i="0">
                <a:solidFill>
                  <a:srgbClr val="34877E"/>
                </a:solidFill>
                <a:latin typeface="Liberation Sans"/>
                <a:ea typeface="Liberation Sans"/>
                <a:cs typeface="Liberation Sans"/>
              </a:defRPr>
            </a:lvl3pPr>
            <a:lvl4pPr algn="l">
              <a:defRPr sz="4650" b="1" i="0">
                <a:solidFill>
                  <a:srgbClr val="34877E"/>
                </a:solidFill>
                <a:latin typeface="Liberation Sans"/>
                <a:ea typeface="Liberation Sans"/>
                <a:cs typeface="Liberation Sans"/>
              </a:defRPr>
            </a:lvl4pPr>
            <a:lvl5pPr algn="l">
              <a:defRPr sz="4650" b="1" i="0">
                <a:solidFill>
                  <a:srgbClr val="34877E"/>
                </a:solidFill>
                <a:latin typeface="Liberation Sans"/>
                <a:ea typeface="Liberation Sans"/>
                <a:cs typeface="Liberation Sans"/>
              </a:defRPr>
            </a:lvl5pPr>
            <a:lvl6pPr algn="l">
              <a:defRPr sz="4650" b="1" i="0">
                <a:solidFill>
                  <a:srgbClr val="34877E"/>
                </a:solidFill>
                <a:latin typeface="Liberation Sans"/>
                <a:ea typeface="Liberation Sans"/>
                <a:cs typeface="Liberation Sans"/>
              </a:defRPr>
            </a:lvl6pPr>
            <a:lvl7pPr algn="l">
              <a:defRPr sz="4650" b="1" i="0">
                <a:solidFill>
                  <a:srgbClr val="34877E"/>
                </a:solidFill>
                <a:latin typeface="Liberation Sans"/>
                <a:ea typeface="Liberation Sans"/>
                <a:cs typeface="Liberation Sans"/>
              </a:defRPr>
            </a:lvl7pPr>
            <a:lvl8pPr algn="l">
              <a:defRPr sz="4650" b="1" i="0">
                <a:solidFill>
                  <a:srgbClr val="34877E"/>
                </a:solidFill>
                <a:latin typeface="Liberation Sans"/>
                <a:ea typeface="Liberation Sans"/>
                <a:cs typeface="Liberation Sans"/>
              </a:defRPr>
            </a:lvl8pPr>
            <a:lvl9pPr algn="l">
              <a:defRPr sz="4650" b="1" i="0">
                <a:solidFill>
                  <a:srgbClr val="34877E"/>
                </a:solidFill>
                <a:latin typeface="Liberation Sans"/>
                <a:ea typeface="Liberation Sans"/>
                <a:cs typeface="Liberation Sans"/>
              </a:defRPr>
            </a:lvl9pPr>
          </a:lstStyle>
          <a:p xmlns:a="http://schemas.openxmlformats.org/drawingml/2006/main">
            <a:pPr algn="l">
              <a:defRPr sz="4650" b="1" i="0">
                <a:solidFill>
                  <a:srgbClr val="34877E"/>
                </a:solidFill>
                <a:latin typeface="Liberation Sans"/>
                <a:ea typeface="Liberation Sans"/>
                <a:cs typeface="Liberation Sans"/>
              </a:defRPr>
            </a:pPr>
            <a:r>
              <a:rPr sz="4650" b="1" i="0">
                <a:solidFill>
                  <a:srgbClr val="34877E"/>
                </a:solidFill>
                <a:latin typeface="Liberation Sans"/>
                <a:ea typeface="Liberation Sans"/>
                <a:cs typeface="Liberation Sans"/>
              </a:rPr>
              <a:t>88.6%</a:t>
            </a:r>
          </a:p>
        </p:txBody>
      </p:sp>
      <p:sp>
        <p:nvSpPr>
          <p:cNvPr id="10" name="">
            <a:extLst xmlns:a="http://schemas.openxmlformats.org/drawingml/2006/main">
              <a:ext uri="{FF2B5EF4-FFF2-40B4-BE49-F238E27FC236}">
                <a16:creationId xmlns:a16="http://schemas.microsoft.com/office/drawing/2014/main" id="{09274F06-17C3-4F1C-A8B4-386D22053C47}"/>
              </a:ext>
            </a:extLst>
          </p:cNvPr>
          <p:cNvSpPr>
            <a:spLocks xmlns:a="http://schemas.openxmlformats.org/drawingml/2006/main" noGrp="1"/>
          </p:cNvSpPr>
          <p:nvPr/>
        </p:nvSpPr>
        <p:spPr>
          <a:xfrm xmlns:a="http://schemas.openxmlformats.org/drawingml/2006/main">
            <a:off x="923925" y="3571875"/>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536579"/>
                </a:solidFill>
                <a:latin typeface="Liberation Sans"/>
                <a:ea typeface="Liberation Sans"/>
                <a:cs typeface="Liberation Sans"/>
              </a:defRPr>
            </a:defPPr>
            <a:lvl1pPr algn="l">
              <a:defRPr sz="1350" b="0" i="0">
                <a:solidFill>
                  <a:srgbClr val="536579"/>
                </a:solidFill>
                <a:latin typeface="Liberation Sans"/>
                <a:ea typeface="Liberation Sans"/>
                <a:cs typeface="Liberation Sans"/>
              </a:defRPr>
            </a:lvl1pPr>
            <a:lvl2pPr algn="l">
              <a:defRPr sz="1350" b="0" i="0">
                <a:solidFill>
                  <a:srgbClr val="536579"/>
                </a:solidFill>
                <a:latin typeface="Liberation Sans"/>
                <a:ea typeface="Liberation Sans"/>
                <a:cs typeface="Liberation Sans"/>
              </a:defRPr>
            </a:lvl2pPr>
            <a:lvl3pPr algn="l">
              <a:defRPr sz="1350" b="0" i="0">
                <a:solidFill>
                  <a:srgbClr val="536579"/>
                </a:solidFill>
                <a:latin typeface="Liberation Sans"/>
                <a:ea typeface="Liberation Sans"/>
                <a:cs typeface="Liberation Sans"/>
              </a:defRPr>
            </a:lvl3pPr>
            <a:lvl4pPr algn="l">
              <a:defRPr sz="1350" b="0" i="0">
                <a:solidFill>
                  <a:srgbClr val="536579"/>
                </a:solidFill>
                <a:latin typeface="Liberation Sans"/>
                <a:ea typeface="Liberation Sans"/>
                <a:cs typeface="Liberation Sans"/>
              </a:defRPr>
            </a:lvl4pPr>
            <a:lvl5pPr algn="l">
              <a:defRPr sz="1350" b="0" i="0">
                <a:solidFill>
                  <a:srgbClr val="536579"/>
                </a:solidFill>
                <a:latin typeface="Liberation Sans"/>
                <a:ea typeface="Liberation Sans"/>
                <a:cs typeface="Liberation Sans"/>
              </a:defRPr>
            </a:lvl5pPr>
            <a:lvl6pPr algn="l">
              <a:defRPr sz="1350" b="0" i="0">
                <a:solidFill>
                  <a:srgbClr val="536579"/>
                </a:solidFill>
                <a:latin typeface="Liberation Sans"/>
                <a:ea typeface="Liberation Sans"/>
                <a:cs typeface="Liberation Sans"/>
              </a:defRPr>
            </a:lvl6pPr>
            <a:lvl7pPr algn="l">
              <a:defRPr sz="1350" b="0" i="0">
                <a:solidFill>
                  <a:srgbClr val="536579"/>
                </a:solidFill>
                <a:latin typeface="Liberation Sans"/>
                <a:ea typeface="Liberation Sans"/>
                <a:cs typeface="Liberation Sans"/>
              </a:defRPr>
            </a:lvl7pPr>
            <a:lvl8pPr algn="l">
              <a:defRPr sz="1350" b="0" i="0">
                <a:solidFill>
                  <a:srgbClr val="536579"/>
                </a:solidFill>
                <a:latin typeface="Liberation Sans"/>
                <a:ea typeface="Liberation Sans"/>
                <a:cs typeface="Liberation Sans"/>
              </a:defRPr>
            </a:lvl8pPr>
            <a:lvl9pPr algn="l">
              <a:defRPr sz="1350" b="0" i="0">
                <a:solidFill>
                  <a:srgbClr val="536579"/>
                </a:solidFill>
                <a:latin typeface="Liberation Sans"/>
                <a:ea typeface="Liberation Sans"/>
                <a:cs typeface="Liberation Sans"/>
              </a:defRPr>
            </a:lvl9pPr>
          </a:lstStyle>
          <a:p xmlns:a="http://schemas.openxmlformats.org/drawingml/2006/main">
            <a:pPr algn="l">
              <a:defRPr sz="1350" b="0" i="0">
                <a:solidFill>
                  <a:srgbClr val="536579"/>
                </a:solidFill>
                <a:latin typeface="Liberation Sans"/>
                <a:ea typeface="Liberation Sans"/>
                <a:cs typeface="Liberation Sans"/>
              </a:defRPr>
            </a:pPr>
            <a:r>
              <a:rPr sz="1350" b="0" i="0">
                <a:solidFill>
                  <a:srgbClr val="536579"/>
                </a:solidFill>
                <a:latin typeface="Liberation Sans"/>
                <a:ea typeface="Liberation Sans"/>
                <a:cs typeface="Liberation Sans"/>
              </a:rPr>
              <a:t>positive</a:t>
            </a:r>
          </a:p>
        </p:txBody>
      </p:sp>
      <p:sp>
        <p:nvSpPr>
          <p:cNvPr id="11" name="">
            <a:extLst xmlns:a="http://schemas.openxmlformats.org/drawingml/2006/main">
              <a:ext uri="{FF2B5EF4-FFF2-40B4-BE49-F238E27FC236}">
                <a16:creationId xmlns:a16="http://schemas.microsoft.com/office/drawing/2014/main" id="{6DC060A3-B8D5-483F-9163-154AF79F633D}"/>
              </a:ext>
            </a:extLst>
          </p:cNvPr>
          <p:cNvSpPr>
            <a:spLocks xmlns:a="http://schemas.openxmlformats.org/drawingml/2006/main" noGrp="1"/>
          </p:cNvSpPr>
          <p:nvPr/>
        </p:nvSpPr>
        <p:spPr>
          <a:xfrm xmlns:a="http://schemas.openxmlformats.org/drawingml/2006/main">
            <a:off x="876300" y="4038600"/>
            <a:ext cx="4648200" cy="38100"/>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2C108E6-E495-4F58-A072-15A99C92B8F3}"/>
              </a:ext>
            </a:extLst>
          </p:cNvPr>
          <p:cNvSpPr>
            <a:spLocks xmlns:a="http://schemas.openxmlformats.org/drawingml/2006/main" noGrp="1"/>
          </p:cNvSpPr>
          <p:nvPr/>
        </p:nvSpPr>
        <p:spPr>
          <a:xfrm xmlns:a="http://schemas.openxmlformats.org/drawingml/2006/main">
            <a:off x="876300" y="4038600"/>
            <a:ext cx="4114800" cy="38100"/>
          </a:xfrm>
          <a:prstGeom xmlns:a="http://schemas.openxmlformats.org/drawingml/2006/main" prst="rect">
            <a:avLst/>
          </a:prstGeom>
          <a:solidFill xmlns:a="http://schemas.openxmlformats.org/drawingml/2006/main">
            <a:srgbClr val="34877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7F352BC-920E-40DF-8169-A7F4AD387E5B}"/>
              </a:ext>
            </a:extLst>
          </p:cNvPr>
          <p:cNvSpPr>
            <a:spLocks xmlns:a="http://schemas.openxmlformats.org/drawingml/2006/main" noGrp="1"/>
          </p:cNvSpPr>
          <p:nvPr/>
        </p:nvSpPr>
        <p:spPr>
          <a:xfrm xmlns:a="http://schemas.openxmlformats.org/drawingml/2006/main">
            <a:off x="876300" y="4400550"/>
            <a:ext cx="2238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182B45"/>
                </a:solidFill>
                <a:latin typeface="Liberation Sans"/>
                <a:ea typeface="Liberation Sans"/>
                <a:cs typeface="Liberation Sans"/>
              </a:defRPr>
            </a:defPPr>
            <a:lvl1pPr algn="l">
              <a:defRPr sz="1500" b="0" i="0">
                <a:solidFill>
                  <a:srgbClr val="182B45"/>
                </a:solidFill>
                <a:latin typeface="Liberation Sans"/>
                <a:ea typeface="Liberation Sans"/>
                <a:cs typeface="Liberation Sans"/>
              </a:defRPr>
            </a:lvl1pPr>
            <a:lvl2pPr algn="l">
              <a:defRPr sz="1500" b="0" i="0">
                <a:solidFill>
                  <a:srgbClr val="182B45"/>
                </a:solidFill>
                <a:latin typeface="Liberation Sans"/>
                <a:ea typeface="Liberation Sans"/>
                <a:cs typeface="Liberation Sans"/>
              </a:defRPr>
            </a:lvl2pPr>
            <a:lvl3pPr algn="l">
              <a:defRPr sz="1500" b="0" i="0">
                <a:solidFill>
                  <a:srgbClr val="182B45"/>
                </a:solidFill>
                <a:latin typeface="Liberation Sans"/>
                <a:ea typeface="Liberation Sans"/>
                <a:cs typeface="Liberation Sans"/>
              </a:defRPr>
            </a:lvl3pPr>
            <a:lvl4pPr algn="l">
              <a:defRPr sz="1500" b="0" i="0">
                <a:solidFill>
                  <a:srgbClr val="182B45"/>
                </a:solidFill>
                <a:latin typeface="Liberation Sans"/>
                <a:ea typeface="Liberation Sans"/>
                <a:cs typeface="Liberation Sans"/>
              </a:defRPr>
            </a:lvl4pPr>
            <a:lvl5pPr algn="l">
              <a:defRPr sz="1500" b="0" i="0">
                <a:solidFill>
                  <a:srgbClr val="182B45"/>
                </a:solidFill>
                <a:latin typeface="Liberation Sans"/>
                <a:ea typeface="Liberation Sans"/>
                <a:cs typeface="Liberation Sans"/>
              </a:defRPr>
            </a:lvl5pPr>
            <a:lvl6pPr algn="l">
              <a:defRPr sz="1500" b="0" i="0">
                <a:solidFill>
                  <a:srgbClr val="182B45"/>
                </a:solidFill>
                <a:latin typeface="Liberation Sans"/>
                <a:ea typeface="Liberation Sans"/>
                <a:cs typeface="Liberation Sans"/>
              </a:defRPr>
            </a:lvl6pPr>
            <a:lvl7pPr algn="l">
              <a:defRPr sz="1500" b="0" i="0">
                <a:solidFill>
                  <a:srgbClr val="182B45"/>
                </a:solidFill>
                <a:latin typeface="Liberation Sans"/>
                <a:ea typeface="Liberation Sans"/>
                <a:cs typeface="Liberation Sans"/>
              </a:defRPr>
            </a:lvl7pPr>
            <a:lvl8pPr algn="l">
              <a:defRPr sz="1500" b="0" i="0">
                <a:solidFill>
                  <a:srgbClr val="182B45"/>
                </a:solidFill>
                <a:latin typeface="Liberation Sans"/>
                <a:ea typeface="Liberation Sans"/>
                <a:cs typeface="Liberation Sans"/>
              </a:defRPr>
            </a:lvl8pPr>
            <a:lvl9pPr algn="l">
              <a:defRPr sz="1500" b="0" i="0">
                <a:solidFill>
                  <a:srgbClr val="182B45"/>
                </a:solidFill>
                <a:latin typeface="Liberation Sans"/>
                <a:ea typeface="Liberation Sans"/>
                <a:cs typeface="Liberation Sans"/>
              </a:defRPr>
            </a:lvl9pPr>
          </a:lstStyle>
          <a:p xmlns:a="http://schemas.openxmlformats.org/drawingml/2006/main">
            <a:pPr algn="l">
              <a:defRPr sz="1500" b="0" i="0">
                <a:solidFill>
                  <a:srgbClr val="182B45"/>
                </a:solidFill>
                <a:latin typeface="Liberation Sans"/>
                <a:ea typeface="Liberation Sans"/>
                <a:cs typeface="Liberation Sans"/>
              </a:defRPr>
            </a:pPr>
            <a:r>
              <a:rPr sz="1500" b="0" i="0">
                <a:solidFill>
                  <a:srgbClr val="182B45"/>
                </a:solidFill>
                <a:latin typeface="Liberation Sans"/>
                <a:ea typeface="Liberation Sans"/>
                <a:cs typeface="Liberation Sans"/>
              </a:rPr>
              <a:t>Negative  11.2%</a:t>
            </a:r>
          </a:p>
        </p:txBody>
      </p:sp>
      <p:sp>
        <p:nvSpPr>
          <p:cNvPr id="14" name="">
            <a:extLst xmlns:a="http://schemas.openxmlformats.org/drawingml/2006/main">
              <a:ext uri="{FF2B5EF4-FFF2-40B4-BE49-F238E27FC236}">
                <a16:creationId xmlns:a16="http://schemas.microsoft.com/office/drawing/2014/main" id="{2E078587-579E-4E83-BCDE-1329919A4824}"/>
              </a:ext>
            </a:extLst>
          </p:cNvPr>
          <p:cNvSpPr>
            <a:spLocks xmlns:a="http://schemas.openxmlformats.org/drawingml/2006/main" noGrp="1"/>
          </p:cNvSpPr>
          <p:nvPr/>
        </p:nvSpPr>
        <p:spPr>
          <a:xfrm xmlns:a="http://schemas.openxmlformats.org/drawingml/2006/main">
            <a:off x="3257550" y="44005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182B45"/>
                </a:solidFill>
                <a:latin typeface="Liberation Sans"/>
                <a:ea typeface="Liberation Sans"/>
                <a:cs typeface="Liberation Sans"/>
              </a:defRPr>
            </a:defPPr>
            <a:lvl1pPr algn="l">
              <a:defRPr sz="1500" b="0" i="0">
                <a:solidFill>
                  <a:srgbClr val="182B45"/>
                </a:solidFill>
                <a:latin typeface="Liberation Sans"/>
                <a:ea typeface="Liberation Sans"/>
                <a:cs typeface="Liberation Sans"/>
              </a:defRPr>
            </a:lvl1pPr>
            <a:lvl2pPr algn="l">
              <a:defRPr sz="1500" b="0" i="0">
                <a:solidFill>
                  <a:srgbClr val="182B45"/>
                </a:solidFill>
                <a:latin typeface="Liberation Sans"/>
                <a:ea typeface="Liberation Sans"/>
                <a:cs typeface="Liberation Sans"/>
              </a:defRPr>
            </a:lvl2pPr>
            <a:lvl3pPr algn="l">
              <a:defRPr sz="1500" b="0" i="0">
                <a:solidFill>
                  <a:srgbClr val="182B45"/>
                </a:solidFill>
                <a:latin typeface="Liberation Sans"/>
                <a:ea typeface="Liberation Sans"/>
                <a:cs typeface="Liberation Sans"/>
              </a:defRPr>
            </a:lvl3pPr>
            <a:lvl4pPr algn="l">
              <a:defRPr sz="1500" b="0" i="0">
                <a:solidFill>
                  <a:srgbClr val="182B45"/>
                </a:solidFill>
                <a:latin typeface="Liberation Sans"/>
                <a:ea typeface="Liberation Sans"/>
                <a:cs typeface="Liberation Sans"/>
              </a:defRPr>
            </a:lvl4pPr>
            <a:lvl5pPr algn="l">
              <a:defRPr sz="1500" b="0" i="0">
                <a:solidFill>
                  <a:srgbClr val="182B45"/>
                </a:solidFill>
                <a:latin typeface="Liberation Sans"/>
                <a:ea typeface="Liberation Sans"/>
                <a:cs typeface="Liberation Sans"/>
              </a:defRPr>
            </a:lvl5pPr>
            <a:lvl6pPr algn="l">
              <a:defRPr sz="1500" b="0" i="0">
                <a:solidFill>
                  <a:srgbClr val="182B45"/>
                </a:solidFill>
                <a:latin typeface="Liberation Sans"/>
                <a:ea typeface="Liberation Sans"/>
                <a:cs typeface="Liberation Sans"/>
              </a:defRPr>
            </a:lvl6pPr>
            <a:lvl7pPr algn="l">
              <a:defRPr sz="1500" b="0" i="0">
                <a:solidFill>
                  <a:srgbClr val="182B45"/>
                </a:solidFill>
                <a:latin typeface="Liberation Sans"/>
                <a:ea typeface="Liberation Sans"/>
                <a:cs typeface="Liberation Sans"/>
              </a:defRPr>
            </a:lvl7pPr>
            <a:lvl8pPr algn="l">
              <a:defRPr sz="1500" b="0" i="0">
                <a:solidFill>
                  <a:srgbClr val="182B45"/>
                </a:solidFill>
                <a:latin typeface="Liberation Sans"/>
                <a:ea typeface="Liberation Sans"/>
                <a:cs typeface="Liberation Sans"/>
              </a:defRPr>
            </a:lvl8pPr>
            <a:lvl9pPr algn="l">
              <a:defRPr sz="1500" b="0" i="0">
                <a:solidFill>
                  <a:srgbClr val="182B45"/>
                </a:solidFill>
                <a:latin typeface="Liberation Sans"/>
                <a:ea typeface="Liberation Sans"/>
                <a:cs typeface="Liberation Sans"/>
              </a:defRPr>
            </a:lvl9pPr>
          </a:lstStyle>
          <a:p xmlns:a="http://schemas.openxmlformats.org/drawingml/2006/main">
            <a:pPr algn="l">
              <a:defRPr sz="1500" b="0" i="0">
                <a:solidFill>
                  <a:srgbClr val="182B45"/>
                </a:solidFill>
                <a:latin typeface="Liberation Sans"/>
                <a:ea typeface="Liberation Sans"/>
                <a:cs typeface="Liberation Sans"/>
              </a:defRPr>
            </a:pPr>
            <a:r>
              <a:rPr sz="1500" b="0" i="0">
                <a:solidFill>
                  <a:srgbClr val="182B45"/>
                </a:solidFill>
                <a:latin typeface="Liberation Sans"/>
                <a:ea typeface="Liberation Sans"/>
                <a:cs typeface="Liberation Sans"/>
              </a:rPr>
              <a:t>Neutral  0.2%</a:t>
            </a:r>
          </a:p>
        </p:txBody>
      </p:sp>
      <p:sp>
        <p:nvSpPr>
          <p:cNvPr id="15" name="">
            <a:extLst xmlns:a="http://schemas.openxmlformats.org/drawingml/2006/main">
              <a:ext uri="{FF2B5EF4-FFF2-40B4-BE49-F238E27FC236}">
                <a16:creationId xmlns:a16="http://schemas.microsoft.com/office/drawing/2014/main" id="{ABF1181F-FE08-4A92-BA96-8A9912E6B684}"/>
              </a:ext>
            </a:extLst>
          </p:cNvPr>
          <p:cNvSpPr>
            <a:spLocks xmlns:a="http://schemas.openxmlformats.org/drawingml/2006/main" noGrp="1"/>
          </p:cNvSpPr>
          <p:nvPr/>
        </p:nvSpPr>
        <p:spPr>
          <a:xfrm xmlns:a="http://schemas.openxmlformats.org/drawingml/2006/main">
            <a:off x="6419850" y="1685925"/>
            <a:ext cx="4667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i="0">
                <a:solidFill>
                  <a:srgbClr val="10243A"/>
                </a:solidFill>
                <a:latin typeface="Liberation Sans"/>
                <a:ea typeface="Liberation Sans"/>
                <a:cs typeface="Liberation Sans"/>
              </a:defRPr>
            </a:defPPr>
            <a:lvl1pPr algn="l">
              <a:defRPr sz="2025" b="1" i="0">
                <a:solidFill>
                  <a:srgbClr val="10243A"/>
                </a:solidFill>
                <a:latin typeface="Liberation Sans"/>
                <a:ea typeface="Liberation Sans"/>
                <a:cs typeface="Liberation Sans"/>
              </a:defRPr>
            </a:lvl1pPr>
            <a:lvl2pPr algn="l">
              <a:defRPr sz="2025" b="1" i="0">
                <a:solidFill>
                  <a:srgbClr val="10243A"/>
                </a:solidFill>
                <a:latin typeface="Liberation Sans"/>
                <a:ea typeface="Liberation Sans"/>
                <a:cs typeface="Liberation Sans"/>
              </a:defRPr>
            </a:lvl2pPr>
            <a:lvl3pPr algn="l">
              <a:defRPr sz="2025" b="1" i="0">
                <a:solidFill>
                  <a:srgbClr val="10243A"/>
                </a:solidFill>
                <a:latin typeface="Liberation Sans"/>
                <a:ea typeface="Liberation Sans"/>
                <a:cs typeface="Liberation Sans"/>
              </a:defRPr>
            </a:lvl3pPr>
            <a:lvl4pPr algn="l">
              <a:defRPr sz="2025" b="1" i="0">
                <a:solidFill>
                  <a:srgbClr val="10243A"/>
                </a:solidFill>
                <a:latin typeface="Liberation Sans"/>
                <a:ea typeface="Liberation Sans"/>
                <a:cs typeface="Liberation Sans"/>
              </a:defRPr>
            </a:lvl4pPr>
            <a:lvl5pPr algn="l">
              <a:defRPr sz="2025" b="1" i="0">
                <a:solidFill>
                  <a:srgbClr val="10243A"/>
                </a:solidFill>
                <a:latin typeface="Liberation Sans"/>
                <a:ea typeface="Liberation Sans"/>
                <a:cs typeface="Liberation Sans"/>
              </a:defRPr>
            </a:lvl5pPr>
            <a:lvl6pPr algn="l">
              <a:defRPr sz="2025" b="1" i="0">
                <a:solidFill>
                  <a:srgbClr val="10243A"/>
                </a:solidFill>
                <a:latin typeface="Liberation Sans"/>
                <a:ea typeface="Liberation Sans"/>
                <a:cs typeface="Liberation Sans"/>
              </a:defRPr>
            </a:lvl6pPr>
            <a:lvl7pPr algn="l">
              <a:defRPr sz="2025" b="1" i="0">
                <a:solidFill>
                  <a:srgbClr val="10243A"/>
                </a:solidFill>
                <a:latin typeface="Liberation Sans"/>
                <a:ea typeface="Liberation Sans"/>
                <a:cs typeface="Liberation Sans"/>
              </a:defRPr>
            </a:lvl7pPr>
            <a:lvl8pPr algn="l">
              <a:defRPr sz="2025" b="1" i="0">
                <a:solidFill>
                  <a:srgbClr val="10243A"/>
                </a:solidFill>
                <a:latin typeface="Liberation Sans"/>
                <a:ea typeface="Liberation Sans"/>
                <a:cs typeface="Liberation Sans"/>
              </a:defRPr>
            </a:lvl8pPr>
            <a:lvl9pPr algn="l">
              <a:defRPr sz="2025" b="1" i="0">
                <a:solidFill>
                  <a:srgbClr val="10243A"/>
                </a:solidFill>
                <a:latin typeface="Liberation Sans"/>
                <a:ea typeface="Liberation Sans"/>
                <a:cs typeface="Liberation Sans"/>
              </a:defRPr>
            </a:lvl9pPr>
          </a:lstStyle>
          <a:p xmlns:a="http://schemas.openxmlformats.org/drawingml/2006/main">
            <a:pPr algn="l">
              <a:defRPr sz="2025" b="1" i="0">
                <a:solidFill>
                  <a:srgbClr val="10243A"/>
                </a:solidFill>
                <a:latin typeface="Liberation Sans"/>
                <a:ea typeface="Liberation Sans"/>
                <a:cs typeface="Liberation Sans"/>
              </a:defRPr>
            </a:pPr>
            <a:r>
              <a:rPr sz="2025" b="1" i="0">
                <a:solidFill>
                  <a:srgbClr val="10243A"/>
                </a:solidFill>
                <a:latin typeface="Liberation Sans"/>
                <a:ea typeface="Liberation Sans"/>
                <a:cs typeface="Liberation Sans"/>
              </a:rPr>
              <a:t>Later reviews</a:t>
            </a:r>
          </a:p>
        </p:txBody>
      </p:sp>
      <p:sp>
        <p:nvSpPr>
          <p:cNvPr id="16" name="">
            <a:extLst xmlns:a="http://schemas.openxmlformats.org/drawingml/2006/main">
              <a:ext uri="{FF2B5EF4-FFF2-40B4-BE49-F238E27FC236}">
                <a16:creationId xmlns:a16="http://schemas.microsoft.com/office/drawing/2014/main" id="{0C6632BA-908C-48ED-A5E1-5D6E0AD13D2A}"/>
              </a:ext>
            </a:extLst>
          </p:cNvPr>
          <p:cNvSpPr>
            <a:spLocks xmlns:a="http://schemas.openxmlformats.org/drawingml/2006/main" noGrp="1"/>
          </p:cNvSpPr>
          <p:nvPr/>
        </p:nvSpPr>
        <p:spPr>
          <a:xfrm xmlns:a="http://schemas.openxmlformats.org/drawingml/2006/main">
            <a:off x="6419850" y="2114550"/>
            <a:ext cx="466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536579"/>
                </a:solidFill>
                <a:latin typeface="Liberation Sans"/>
                <a:ea typeface="Liberation Sans"/>
                <a:cs typeface="Liberation Sans"/>
              </a:defRPr>
            </a:defPPr>
            <a:lvl1pPr algn="l">
              <a:defRPr sz="1425" b="0" i="0">
                <a:solidFill>
                  <a:srgbClr val="536579"/>
                </a:solidFill>
                <a:latin typeface="Liberation Sans"/>
                <a:ea typeface="Liberation Sans"/>
                <a:cs typeface="Liberation Sans"/>
              </a:defRPr>
            </a:lvl1pPr>
            <a:lvl2pPr algn="l">
              <a:defRPr sz="1425" b="0" i="0">
                <a:solidFill>
                  <a:srgbClr val="536579"/>
                </a:solidFill>
                <a:latin typeface="Liberation Sans"/>
                <a:ea typeface="Liberation Sans"/>
                <a:cs typeface="Liberation Sans"/>
              </a:defRPr>
            </a:lvl2pPr>
            <a:lvl3pPr algn="l">
              <a:defRPr sz="1425" b="0" i="0">
                <a:solidFill>
                  <a:srgbClr val="536579"/>
                </a:solidFill>
                <a:latin typeface="Liberation Sans"/>
                <a:ea typeface="Liberation Sans"/>
                <a:cs typeface="Liberation Sans"/>
              </a:defRPr>
            </a:lvl3pPr>
            <a:lvl4pPr algn="l">
              <a:defRPr sz="1425" b="0" i="0">
                <a:solidFill>
                  <a:srgbClr val="536579"/>
                </a:solidFill>
                <a:latin typeface="Liberation Sans"/>
                <a:ea typeface="Liberation Sans"/>
                <a:cs typeface="Liberation Sans"/>
              </a:defRPr>
            </a:lvl4pPr>
            <a:lvl5pPr algn="l">
              <a:defRPr sz="1425" b="0" i="0">
                <a:solidFill>
                  <a:srgbClr val="536579"/>
                </a:solidFill>
                <a:latin typeface="Liberation Sans"/>
                <a:ea typeface="Liberation Sans"/>
                <a:cs typeface="Liberation Sans"/>
              </a:defRPr>
            </a:lvl5pPr>
            <a:lvl6pPr algn="l">
              <a:defRPr sz="1425" b="0" i="0">
                <a:solidFill>
                  <a:srgbClr val="536579"/>
                </a:solidFill>
                <a:latin typeface="Liberation Sans"/>
                <a:ea typeface="Liberation Sans"/>
                <a:cs typeface="Liberation Sans"/>
              </a:defRPr>
            </a:lvl6pPr>
            <a:lvl7pPr algn="l">
              <a:defRPr sz="1425" b="0" i="0">
                <a:solidFill>
                  <a:srgbClr val="536579"/>
                </a:solidFill>
                <a:latin typeface="Liberation Sans"/>
                <a:ea typeface="Liberation Sans"/>
                <a:cs typeface="Liberation Sans"/>
              </a:defRPr>
            </a:lvl7pPr>
            <a:lvl8pPr algn="l">
              <a:defRPr sz="1425" b="0" i="0">
                <a:solidFill>
                  <a:srgbClr val="536579"/>
                </a:solidFill>
                <a:latin typeface="Liberation Sans"/>
                <a:ea typeface="Liberation Sans"/>
                <a:cs typeface="Liberation Sans"/>
              </a:defRPr>
            </a:lvl8pPr>
            <a:lvl9pPr algn="l">
              <a:defRPr sz="1425" b="0" i="0">
                <a:solidFill>
                  <a:srgbClr val="536579"/>
                </a:solidFill>
                <a:latin typeface="Liberation Sans"/>
                <a:ea typeface="Liberation Sans"/>
                <a:cs typeface="Liberation Sans"/>
              </a:defRPr>
            </a:lvl9pPr>
          </a:lstStyle>
          <a:p xmlns:a="http://schemas.openxmlformats.org/drawingml/2006/main">
            <a:pPr algn="l">
              <a:defRPr sz="1425" b="0" i="0">
                <a:solidFill>
                  <a:srgbClr val="536579"/>
                </a:solidFill>
                <a:latin typeface="Liberation Sans"/>
                <a:ea typeface="Liberation Sans"/>
                <a:cs typeface="Liberation Sans"/>
              </a:defRPr>
            </a:pPr>
            <a:r>
              <a:rPr sz="1425" b="0" i="0">
                <a:solidFill>
                  <a:srgbClr val="536579"/>
                </a:solidFill>
                <a:latin typeface="Liberation Sans"/>
                <a:ea typeface="Liberation Sans"/>
                <a:cs typeface="Liberation Sans"/>
              </a:rPr>
              <a:t>31,269 reviews</a:t>
            </a:r>
          </a:p>
        </p:txBody>
      </p:sp>
      <p:sp>
        <p:nvSpPr>
          <p:cNvPr id="17" name="">
            <a:extLst xmlns:a="http://schemas.openxmlformats.org/drawingml/2006/main">
              <a:ext uri="{FF2B5EF4-FFF2-40B4-BE49-F238E27FC236}">
                <a16:creationId xmlns:a16="http://schemas.microsoft.com/office/drawing/2014/main" id="{D41A7D92-DF35-4E30-8A1D-46B013F6B917}"/>
              </a:ext>
            </a:extLst>
          </p:cNvPr>
          <p:cNvSpPr>
            <a:spLocks xmlns:a="http://schemas.openxmlformats.org/drawingml/2006/main" noGrp="1"/>
          </p:cNvSpPr>
          <p:nvPr/>
        </p:nvSpPr>
        <p:spPr>
          <a:xfrm xmlns:a="http://schemas.openxmlformats.org/drawingml/2006/main">
            <a:off x="6419850" y="2743200"/>
            <a:ext cx="4667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650" b="1" i="0">
                <a:solidFill>
                  <a:srgbClr val="34877E"/>
                </a:solidFill>
                <a:latin typeface="Liberation Sans"/>
                <a:ea typeface="Liberation Sans"/>
                <a:cs typeface="Liberation Sans"/>
              </a:defRPr>
            </a:defPPr>
            <a:lvl1pPr algn="l">
              <a:defRPr sz="4650" b="1" i="0">
                <a:solidFill>
                  <a:srgbClr val="34877E"/>
                </a:solidFill>
                <a:latin typeface="Liberation Sans"/>
                <a:ea typeface="Liberation Sans"/>
                <a:cs typeface="Liberation Sans"/>
              </a:defRPr>
            </a:lvl1pPr>
            <a:lvl2pPr algn="l">
              <a:defRPr sz="4650" b="1" i="0">
                <a:solidFill>
                  <a:srgbClr val="34877E"/>
                </a:solidFill>
                <a:latin typeface="Liberation Sans"/>
                <a:ea typeface="Liberation Sans"/>
                <a:cs typeface="Liberation Sans"/>
              </a:defRPr>
            </a:lvl2pPr>
            <a:lvl3pPr algn="l">
              <a:defRPr sz="4650" b="1" i="0">
                <a:solidFill>
                  <a:srgbClr val="34877E"/>
                </a:solidFill>
                <a:latin typeface="Liberation Sans"/>
                <a:ea typeface="Liberation Sans"/>
                <a:cs typeface="Liberation Sans"/>
              </a:defRPr>
            </a:lvl3pPr>
            <a:lvl4pPr algn="l">
              <a:defRPr sz="4650" b="1" i="0">
                <a:solidFill>
                  <a:srgbClr val="34877E"/>
                </a:solidFill>
                <a:latin typeface="Liberation Sans"/>
                <a:ea typeface="Liberation Sans"/>
                <a:cs typeface="Liberation Sans"/>
              </a:defRPr>
            </a:lvl4pPr>
            <a:lvl5pPr algn="l">
              <a:defRPr sz="4650" b="1" i="0">
                <a:solidFill>
                  <a:srgbClr val="34877E"/>
                </a:solidFill>
                <a:latin typeface="Liberation Sans"/>
                <a:ea typeface="Liberation Sans"/>
                <a:cs typeface="Liberation Sans"/>
              </a:defRPr>
            </a:lvl5pPr>
            <a:lvl6pPr algn="l">
              <a:defRPr sz="4650" b="1" i="0">
                <a:solidFill>
                  <a:srgbClr val="34877E"/>
                </a:solidFill>
                <a:latin typeface="Liberation Sans"/>
                <a:ea typeface="Liberation Sans"/>
                <a:cs typeface="Liberation Sans"/>
              </a:defRPr>
            </a:lvl6pPr>
            <a:lvl7pPr algn="l">
              <a:defRPr sz="4650" b="1" i="0">
                <a:solidFill>
                  <a:srgbClr val="34877E"/>
                </a:solidFill>
                <a:latin typeface="Liberation Sans"/>
                <a:ea typeface="Liberation Sans"/>
                <a:cs typeface="Liberation Sans"/>
              </a:defRPr>
            </a:lvl7pPr>
            <a:lvl8pPr algn="l">
              <a:defRPr sz="4650" b="1" i="0">
                <a:solidFill>
                  <a:srgbClr val="34877E"/>
                </a:solidFill>
                <a:latin typeface="Liberation Sans"/>
                <a:ea typeface="Liberation Sans"/>
                <a:cs typeface="Liberation Sans"/>
              </a:defRPr>
            </a:lvl8pPr>
            <a:lvl9pPr algn="l">
              <a:defRPr sz="4650" b="1" i="0">
                <a:solidFill>
                  <a:srgbClr val="34877E"/>
                </a:solidFill>
                <a:latin typeface="Liberation Sans"/>
                <a:ea typeface="Liberation Sans"/>
                <a:cs typeface="Liberation Sans"/>
              </a:defRPr>
            </a:lvl9pPr>
          </a:lstStyle>
          <a:p xmlns:a="http://schemas.openxmlformats.org/drawingml/2006/main">
            <a:pPr algn="l">
              <a:defRPr sz="4650" b="1" i="0">
                <a:solidFill>
                  <a:srgbClr val="34877E"/>
                </a:solidFill>
                <a:latin typeface="Liberation Sans"/>
                <a:ea typeface="Liberation Sans"/>
                <a:cs typeface="Liberation Sans"/>
              </a:defRPr>
            </a:pPr>
            <a:r>
              <a:rPr sz="4650" b="1" i="0">
                <a:solidFill>
                  <a:srgbClr val="34877E"/>
                </a:solidFill>
                <a:latin typeface="Liberation Sans"/>
                <a:ea typeface="Liberation Sans"/>
                <a:cs typeface="Liberation Sans"/>
              </a:rPr>
              <a:t>88.8%</a:t>
            </a:r>
          </a:p>
        </p:txBody>
      </p:sp>
      <p:sp>
        <p:nvSpPr>
          <p:cNvPr id="18" name="">
            <a:extLst xmlns:a="http://schemas.openxmlformats.org/drawingml/2006/main">
              <a:ext uri="{FF2B5EF4-FFF2-40B4-BE49-F238E27FC236}">
                <a16:creationId xmlns:a16="http://schemas.microsoft.com/office/drawing/2014/main" id="{410874FD-4815-4DF5-A19E-DDD14B2A4DF2}"/>
              </a:ext>
            </a:extLst>
          </p:cNvPr>
          <p:cNvSpPr>
            <a:spLocks xmlns:a="http://schemas.openxmlformats.org/drawingml/2006/main" noGrp="1"/>
          </p:cNvSpPr>
          <p:nvPr/>
        </p:nvSpPr>
        <p:spPr>
          <a:xfrm xmlns:a="http://schemas.openxmlformats.org/drawingml/2006/main">
            <a:off x="6467475" y="3571875"/>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536579"/>
                </a:solidFill>
                <a:latin typeface="Liberation Sans"/>
                <a:ea typeface="Liberation Sans"/>
                <a:cs typeface="Liberation Sans"/>
              </a:defRPr>
            </a:defPPr>
            <a:lvl1pPr algn="l">
              <a:defRPr sz="1350" b="0" i="0">
                <a:solidFill>
                  <a:srgbClr val="536579"/>
                </a:solidFill>
                <a:latin typeface="Liberation Sans"/>
                <a:ea typeface="Liberation Sans"/>
                <a:cs typeface="Liberation Sans"/>
              </a:defRPr>
            </a:lvl1pPr>
            <a:lvl2pPr algn="l">
              <a:defRPr sz="1350" b="0" i="0">
                <a:solidFill>
                  <a:srgbClr val="536579"/>
                </a:solidFill>
                <a:latin typeface="Liberation Sans"/>
                <a:ea typeface="Liberation Sans"/>
                <a:cs typeface="Liberation Sans"/>
              </a:defRPr>
            </a:lvl2pPr>
            <a:lvl3pPr algn="l">
              <a:defRPr sz="1350" b="0" i="0">
                <a:solidFill>
                  <a:srgbClr val="536579"/>
                </a:solidFill>
                <a:latin typeface="Liberation Sans"/>
                <a:ea typeface="Liberation Sans"/>
                <a:cs typeface="Liberation Sans"/>
              </a:defRPr>
            </a:lvl3pPr>
            <a:lvl4pPr algn="l">
              <a:defRPr sz="1350" b="0" i="0">
                <a:solidFill>
                  <a:srgbClr val="536579"/>
                </a:solidFill>
                <a:latin typeface="Liberation Sans"/>
                <a:ea typeface="Liberation Sans"/>
                <a:cs typeface="Liberation Sans"/>
              </a:defRPr>
            </a:lvl4pPr>
            <a:lvl5pPr algn="l">
              <a:defRPr sz="1350" b="0" i="0">
                <a:solidFill>
                  <a:srgbClr val="536579"/>
                </a:solidFill>
                <a:latin typeface="Liberation Sans"/>
                <a:ea typeface="Liberation Sans"/>
                <a:cs typeface="Liberation Sans"/>
              </a:defRPr>
            </a:lvl5pPr>
            <a:lvl6pPr algn="l">
              <a:defRPr sz="1350" b="0" i="0">
                <a:solidFill>
                  <a:srgbClr val="536579"/>
                </a:solidFill>
                <a:latin typeface="Liberation Sans"/>
                <a:ea typeface="Liberation Sans"/>
                <a:cs typeface="Liberation Sans"/>
              </a:defRPr>
            </a:lvl6pPr>
            <a:lvl7pPr algn="l">
              <a:defRPr sz="1350" b="0" i="0">
                <a:solidFill>
                  <a:srgbClr val="536579"/>
                </a:solidFill>
                <a:latin typeface="Liberation Sans"/>
                <a:ea typeface="Liberation Sans"/>
                <a:cs typeface="Liberation Sans"/>
              </a:defRPr>
            </a:lvl7pPr>
            <a:lvl8pPr algn="l">
              <a:defRPr sz="1350" b="0" i="0">
                <a:solidFill>
                  <a:srgbClr val="536579"/>
                </a:solidFill>
                <a:latin typeface="Liberation Sans"/>
                <a:ea typeface="Liberation Sans"/>
                <a:cs typeface="Liberation Sans"/>
              </a:defRPr>
            </a:lvl8pPr>
            <a:lvl9pPr algn="l">
              <a:defRPr sz="1350" b="0" i="0">
                <a:solidFill>
                  <a:srgbClr val="536579"/>
                </a:solidFill>
                <a:latin typeface="Liberation Sans"/>
                <a:ea typeface="Liberation Sans"/>
                <a:cs typeface="Liberation Sans"/>
              </a:defRPr>
            </a:lvl9pPr>
          </a:lstStyle>
          <a:p xmlns:a="http://schemas.openxmlformats.org/drawingml/2006/main">
            <a:pPr algn="l">
              <a:defRPr sz="1350" b="0" i="0">
                <a:solidFill>
                  <a:srgbClr val="536579"/>
                </a:solidFill>
                <a:latin typeface="Liberation Sans"/>
                <a:ea typeface="Liberation Sans"/>
                <a:cs typeface="Liberation Sans"/>
              </a:defRPr>
            </a:pPr>
            <a:r>
              <a:rPr sz="1350" b="0" i="0">
                <a:solidFill>
                  <a:srgbClr val="536579"/>
                </a:solidFill>
                <a:latin typeface="Liberation Sans"/>
                <a:ea typeface="Liberation Sans"/>
                <a:cs typeface="Liberation Sans"/>
              </a:rPr>
              <a:t>positive</a:t>
            </a:r>
          </a:p>
        </p:txBody>
      </p:sp>
      <p:sp>
        <p:nvSpPr>
          <p:cNvPr id="19" name="">
            <a:extLst xmlns:a="http://schemas.openxmlformats.org/drawingml/2006/main">
              <a:ext uri="{FF2B5EF4-FFF2-40B4-BE49-F238E27FC236}">
                <a16:creationId xmlns:a16="http://schemas.microsoft.com/office/drawing/2014/main" id="{3821907E-1F3D-4B77-8A65-EE0D59FD83A5}"/>
              </a:ext>
            </a:extLst>
          </p:cNvPr>
          <p:cNvSpPr>
            <a:spLocks xmlns:a="http://schemas.openxmlformats.org/drawingml/2006/main" noGrp="1"/>
          </p:cNvSpPr>
          <p:nvPr/>
        </p:nvSpPr>
        <p:spPr>
          <a:xfrm xmlns:a="http://schemas.openxmlformats.org/drawingml/2006/main">
            <a:off x="6419850" y="4038600"/>
            <a:ext cx="4648200" cy="38100"/>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1AB4885-EC43-4113-B950-5922C23076D1}"/>
              </a:ext>
            </a:extLst>
          </p:cNvPr>
          <p:cNvSpPr>
            <a:spLocks xmlns:a="http://schemas.openxmlformats.org/drawingml/2006/main" noGrp="1"/>
          </p:cNvSpPr>
          <p:nvPr/>
        </p:nvSpPr>
        <p:spPr>
          <a:xfrm xmlns:a="http://schemas.openxmlformats.org/drawingml/2006/main">
            <a:off x="6419850" y="4038600"/>
            <a:ext cx="4124325" cy="38100"/>
          </a:xfrm>
          <a:prstGeom xmlns:a="http://schemas.openxmlformats.org/drawingml/2006/main" prst="rect">
            <a:avLst/>
          </a:prstGeom>
          <a:solidFill xmlns:a="http://schemas.openxmlformats.org/drawingml/2006/main">
            <a:srgbClr val="34877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36E490A-B973-41B8-B712-D176BF9E9643}"/>
              </a:ext>
            </a:extLst>
          </p:cNvPr>
          <p:cNvSpPr>
            <a:spLocks xmlns:a="http://schemas.openxmlformats.org/drawingml/2006/main" noGrp="1"/>
          </p:cNvSpPr>
          <p:nvPr/>
        </p:nvSpPr>
        <p:spPr>
          <a:xfrm xmlns:a="http://schemas.openxmlformats.org/drawingml/2006/main">
            <a:off x="6419850" y="4400550"/>
            <a:ext cx="2238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182B45"/>
                </a:solidFill>
                <a:latin typeface="Liberation Sans"/>
                <a:ea typeface="Liberation Sans"/>
                <a:cs typeface="Liberation Sans"/>
              </a:defRPr>
            </a:defPPr>
            <a:lvl1pPr algn="l">
              <a:defRPr sz="1500" b="0" i="0">
                <a:solidFill>
                  <a:srgbClr val="182B45"/>
                </a:solidFill>
                <a:latin typeface="Liberation Sans"/>
                <a:ea typeface="Liberation Sans"/>
                <a:cs typeface="Liberation Sans"/>
              </a:defRPr>
            </a:lvl1pPr>
            <a:lvl2pPr algn="l">
              <a:defRPr sz="1500" b="0" i="0">
                <a:solidFill>
                  <a:srgbClr val="182B45"/>
                </a:solidFill>
                <a:latin typeface="Liberation Sans"/>
                <a:ea typeface="Liberation Sans"/>
                <a:cs typeface="Liberation Sans"/>
              </a:defRPr>
            </a:lvl2pPr>
            <a:lvl3pPr algn="l">
              <a:defRPr sz="1500" b="0" i="0">
                <a:solidFill>
                  <a:srgbClr val="182B45"/>
                </a:solidFill>
                <a:latin typeface="Liberation Sans"/>
                <a:ea typeface="Liberation Sans"/>
                <a:cs typeface="Liberation Sans"/>
              </a:defRPr>
            </a:lvl3pPr>
            <a:lvl4pPr algn="l">
              <a:defRPr sz="1500" b="0" i="0">
                <a:solidFill>
                  <a:srgbClr val="182B45"/>
                </a:solidFill>
                <a:latin typeface="Liberation Sans"/>
                <a:ea typeface="Liberation Sans"/>
                <a:cs typeface="Liberation Sans"/>
              </a:defRPr>
            </a:lvl4pPr>
            <a:lvl5pPr algn="l">
              <a:defRPr sz="1500" b="0" i="0">
                <a:solidFill>
                  <a:srgbClr val="182B45"/>
                </a:solidFill>
                <a:latin typeface="Liberation Sans"/>
                <a:ea typeface="Liberation Sans"/>
                <a:cs typeface="Liberation Sans"/>
              </a:defRPr>
            </a:lvl5pPr>
            <a:lvl6pPr algn="l">
              <a:defRPr sz="1500" b="0" i="0">
                <a:solidFill>
                  <a:srgbClr val="182B45"/>
                </a:solidFill>
                <a:latin typeface="Liberation Sans"/>
                <a:ea typeface="Liberation Sans"/>
                <a:cs typeface="Liberation Sans"/>
              </a:defRPr>
            </a:lvl6pPr>
            <a:lvl7pPr algn="l">
              <a:defRPr sz="1500" b="0" i="0">
                <a:solidFill>
                  <a:srgbClr val="182B45"/>
                </a:solidFill>
                <a:latin typeface="Liberation Sans"/>
                <a:ea typeface="Liberation Sans"/>
                <a:cs typeface="Liberation Sans"/>
              </a:defRPr>
            </a:lvl7pPr>
            <a:lvl8pPr algn="l">
              <a:defRPr sz="1500" b="0" i="0">
                <a:solidFill>
                  <a:srgbClr val="182B45"/>
                </a:solidFill>
                <a:latin typeface="Liberation Sans"/>
                <a:ea typeface="Liberation Sans"/>
                <a:cs typeface="Liberation Sans"/>
              </a:defRPr>
            </a:lvl8pPr>
            <a:lvl9pPr algn="l">
              <a:defRPr sz="1500" b="0" i="0">
                <a:solidFill>
                  <a:srgbClr val="182B45"/>
                </a:solidFill>
                <a:latin typeface="Liberation Sans"/>
                <a:ea typeface="Liberation Sans"/>
                <a:cs typeface="Liberation Sans"/>
              </a:defRPr>
            </a:lvl9pPr>
          </a:lstStyle>
          <a:p xmlns:a="http://schemas.openxmlformats.org/drawingml/2006/main">
            <a:pPr algn="l">
              <a:defRPr sz="1500" b="0" i="0">
                <a:solidFill>
                  <a:srgbClr val="182B45"/>
                </a:solidFill>
                <a:latin typeface="Liberation Sans"/>
                <a:ea typeface="Liberation Sans"/>
                <a:cs typeface="Liberation Sans"/>
              </a:defRPr>
            </a:pPr>
            <a:r>
              <a:rPr sz="1500" b="0" i="0">
                <a:solidFill>
                  <a:srgbClr val="182B45"/>
                </a:solidFill>
                <a:latin typeface="Liberation Sans"/>
                <a:ea typeface="Liberation Sans"/>
                <a:cs typeface="Liberation Sans"/>
              </a:rPr>
              <a:t>Negative  11.0%</a:t>
            </a:r>
          </a:p>
        </p:txBody>
      </p:sp>
      <p:sp>
        <p:nvSpPr>
          <p:cNvPr id="22" name="">
            <a:extLst xmlns:a="http://schemas.openxmlformats.org/drawingml/2006/main">
              <a:ext uri="{FF2B5EF4-FFF2-40B4-BE49-F238E27FC236}">
                <a16:creationId xmlns:a16="http://schemas.microsoft.com/office/drawing/2014/main" id="{F7386CB9-F45E-4333-9CB5-44DADB371A25}"/>
              </a:ext>
            </a:extLst>
          </p:cNvPr>
          <p:cNvSpPr>
            <a:spLocks xmlns:a="http://schemas.openxmlformats.org/drawingml/2006/main" noGrp="1"/>
          </p:cNvSpPr>
          <p:nvPr/>
        </p:nvSpPr>
        <p:spPr>
          <a:xfrm xmlns:a="http://schemas.openxmlformats.org/drawingml/2006/main">
            <a:off x="8801100" y="44005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182B45"/>
                </a:solidFill>
                <a:latin typeface="Liberation Sans"/>
                <a:ea typeface="Liberation Sans"/>
                <a:cs typeface="Liberation Sans"/>
              </a:defRPr>
            </a:defPPr>
            <a:lvl1pPr algn="l">
              <a:defRPr sz="1500" b="0" i="0">
                <a:solidFill>
                  <a:srgbClr val="182B45"/>
                </a:solidFill>
                <a:latin typeface="Liberation Sans"/>
                <a:ea typeface="Liberation Sans"/>
                <a:cs typeface="Liberation Sans"/>
              </a:defRPr>
            </a:lvl1pPr>
            <a:lvl2pPr algn="l">
              <a:defRPr sz="1500" b="0" i="0">
                <a:solidFill>
                  <a:srgbClr val="182B45"/>
                </a:solidFill>
                <a:latin typeface="Liberation Sans"/>
                <a:ea typeface="Liberation Sans"/>
                <a:cs typeface="Liberation Sans"/>
              </a:defRPr>
            </a:lvl2pPr>
            <a:lvl3pPr algn="l">
              <a:defRPr sz="1500" b="0" i="0">
                <a:solidFill>
                  <a:srgbClr val="182B45"/>
                </a:solidFill>
                <a:latin typeface="Liberation Sans"/>
                <a:ea typeface="Liberation Sans"/>
                <a:cs typeface="Liberation Sans"/>
              </a:defRPr>
            </a:lvl3pPr>
            <a:lvl4pPr algn="l">
              <a:defRPr sz="1500" b="0" i="0">
                <a:solidFill>
                  <a:srgbClr val="182B45"/>
                </a:solidFill>
                <a:latin typeface="Liberation Sans"/>
                <a:ea typeface="Liberation Sans"/>
                <a:cs typeface="Liberation Sans"/>
              </a:defRPr>
            </a:lvl4pPr>
            <a:lvl5pPr algn="l">
              <a:defRPr sz="1500" b="0" i="0">
                <a:solidFill>
                  <a:srgbClr val="182B45"/>
                </a:solidFill>
                <a:latin typeface="Liberation Sans"/>
                <a:ea typeface="Liberation Sans"/>
                <a:cs typeface="Liberation Sans"/>
              </a:defRPr>
            </a:lvl5pPr>
            <a:lvl6pPr algn="l">
              <a:defRPr sz="1500" b="0" i="0">
                <a:solidFill>
                  <a:srgbClr val="182B45"/>
                </a:solidFill>
                <a:latin typeface="Liberation Sans"/>
                <a:ea typeface="Liberation Sans"/>
                <a:cs typeface="Liberation Sans"/>
              </a:defRPr>
            </a:lvl6pPr>
            <a:lvl7pPr algn="l">
              <a:defRPr sz="1500" b="0" i="0">
                <a:solidFill>
                  <a:srgbClr val="182B45"/>
                </a:solidFill>
                <a:latin typeface="Liberation Sans"/>
                <a:ea typeface="Liberation Sans"/>
                <a:cs typeface="Liberation Sans"/>
              </a:defRPr>
            </a:lvl7pPr>
            <a:lvl8pPr algn="l">
              <a:defRPr sz="1500" b="0" i="0">
                <a:solidFill>
                  <a:srgbClr val="182B45"/>
                </a:solidFill>
                <a:latin typeface="Liberation Sans"/>
                <a:ea typeface="Liberation Sans"/>
                <a:cs typeface="Liberation Sans"/>
              </a:defRPr>
            </a:lvl8pPr>
            <a:lvl9pPr algn="l">
              <a:defRPr sz="1500" b="0" i="0">
                <a:solidFill>
                  <a:srgbClr val="182B45"/>
                </a:solidFill>
                <a:latin typeface="Liberation Sans"/>
                <a:ea typeface="Liberation Sans"/>
                <a:cs typeface="Liberation Sans"/>
              </a:defRPr>
            </a:lvl9pPr>
          </a:lstStyle>
          <a:p xmlns:a="http://schemas.openxmlformats.org/drawingml/2006/main">
            <a:pPr algn="l">
              <a:defRPr sz="1500" b="0" i="0">
                <a:solidFill>
                  <a:srgbClr val="182B45"/>
                </a:solidFill>
                <a:latin typeface="Liberation Sans"/>
                <a:ea typeface="Liberation Sans"/>
                <a:cs typeface="Liberation Sans"/>
              </a:defRPr>
            </a:pPr>
            <a:r>
              <a:rPr sz="1500" b="0" i="0">
                <a:solidFill>
                  <a:srgbClr val="182B45"/>
                </a:solidFill>
                <a:latin typeface="Liberation Sans"/>
                <a:ea typeface="Liberation Sans"/>
                <a:cs typeface="Liberation Sans"/>
              </a:rPr>
              <a:t>Neutral  0.2%</a:t>
            </a:r>
          </a:p>
        </p:txBody>
      </p:sp>
      <p:sp>
        <p:nvSpPr>
          <p:cNvPr id="23" name="">
            <a:extLst xmlns:a="http://schemas.openxmlformats.org/drawingml/2006/main">
              <a:ext uri="{FF2B5EF4-FFF2-40B4-BE49-F238E27FC236}">
                <a16:creationId xmlns:a16="http://schemas.microsoft.com/office/drawing/2014/main" id="{DFA0F5C4-E12B-4F7C-B084-3537C9B46598}"/>
              </a:ext>
            </a:extLst>
          </p:cNvPr>
          <p:cNvSpPr>
            <a:spLocks xmlns:a="http://schemas.openxmlformats.org/drawingml/2006/main" noGrp="1"/>
          </p:cNvSpPr>
          <p:nvPr/>
        </p:nvSpPr>
        <p:spPr>
          <a:xfrm xmlns:a="http://schemas.openxmlformats.org/drawingml/2006/main">
            <a:off x="6076950" y="1581150"/>
            <a:ext cx="9525" cy="3667125"/>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FB8ABCB-88CD-4A25-AB37-76A7872BBC0C}"/>
              </a:ext>
            </a:extLst>
          </p:cNvPr>
          <p:cNvSpPr>
            <a:spLocks xmlns:a="http://schemas.openxmlformats.org/drawingml/2006/main" noGrp="1"/>
          </p:cNvSpPr>
          <p:nvPr/>
        </p:nvSpPr>
        <p:spPr>
          <a:xfrm xmlns:a="http://schemas.openxmlformats.org/drawingml/2006/main">
            <a:off x="876300" y="5238750"/>
            <a:ext cx="10334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i="0">
                <a:solidFill>
                  <a:srgbClr val="10243A"/>
                </a:solidFill>
                <a:latin typeface="Liberation Sans"/>
                <a:ea typeface="Liberation Sans"/>
                <a:cs typeface="Liberation Sans"/>
              </a:defRPr>
            </a:defPPr>
            <a:lvl1pPr algn="l">
              <a:defRPr sz="1725" b="1" i="0">
                <a:solidFill>
                  <a:srgbClr val="10243A"/>
                </a:solidFill>
                <a:latin typeface="Liberation Sans"/>
                <a:ea typeface="Liberation Sans"/>
                <a:cs typeface="Liberation Sans"/>
              </a:defRPr>
            </a:lvl1pPr>
            <a:lvl2pPr algn="l">
              <a:defRPr sz="1725" b="1" i="0">
                <a:solidFill>
                  <a:srgbClr val="10243A"/>
                </a:solidFill>
                <a:latin typeface="Liberation Sans"/>
                <a:ea typeface="Liberation Sans"/>
                <a:cs typeface="Liberation Sans"/>
              </a:defRPr>
            </a:lvl2pPr>
            <a:lvl3pPr algn="l">
              <a:defRPr sz="1725" b="1" i="0">
                <a:solidFill>
                  <a:srgbClr val="10243A"/>
                </a:solidFill>
                <a:latin typeface="Liberation Sans"/>
                <a:ea typeface="Liberation Sans"/>
                <a:cs typeface="Liberation Sans"/>
              </a:defRPr>
            </a:lvl3pPr>
            <a:lvl4pPr algn="l">
              <a:defRPr sz="1725" b="1" i="0">
                <a:solidFill>
                  <a:srgbClr val="10243A"/>
                </a:solidFill>
                <a:latin typeface="Liberation Sans"/>
                <a:ea typeface="Liberation Sans"/>
                <a:cs typeface="Liberation Sans"/>
              </a:defRPr>
            </a:lvl4pPr>
            <a:lvl5pPr algn="l">
              <a:defRPr sz="1725" b="1" i="0">
                <a:solidFill>
                  <a:srgbClr val="10243A"/>
                </a:solidFill>
                <a:latin typeface="Liberation Sans"/>
                <a:ea typeface="Liberation Sans"/>
                <a:cs typeface="Liberation Sans"/>
              </a:defRPr>
            </a:lvl5pPr>
            <a:lvl6pPr algn="l">
              <a:defRPr sz="1725" b="1" i="0">
                <a:solidFill>
                  <a:srgbClr val="10243A"/>
                </a:solidFill>
                <a:latin typeface="Liberation Sans"/>
                <a:ea typeface="Liberation Sans"/>
                <a:cs typeface="Liberation Sans"/>
              </a:defRPr>
            </a:lvl6pPr>
            <a:lvl7pPr algn="l">
              <a:defRPr sz="1725" b="1" i="0">
                <a:solidFill>
                  <a:srgbClr val="10243A"/>
                </a:solidFill>
                <a:latin typeface="Liberation Sans"/>
                <a:ea typeface="Liberation Sans"/>
                <a:cs typeface="Liberation Sans"/>
              </a:defRPr>
            </a:lvl7pPr>
            <a:lvl8pPr algn="l">
              <a:defRPr sz="1725" b="1" i="0">
                <a:solidFill>
                  <a:srgbClr val="10243A"/>
                </a:solidFill>
                <a:latin typeface="Liberation Sans"/>
                <a:ea typeface="Liberation Sans"/>
                <a:cs typeface="Liberation Sans"/>
              </a:defRPr>
            </a:lvl8pPr>
            <a:lvl9pPr algn="l">
              <a:defRPr sz="1725" b="1" i="0">
                <a:solidFill>
                  <a:srgbClr val="10243A"/>
                </a:solidFill>
                <a:latin typeface="Liberation Sans"/>
                <a:ea typeface="Liberation Sans"/>
                <a:cs typeface="Liberation Sans"/>
              </a:defRPr>
            </a:lvl9pPr>
          </a:lstStyle>
          <a:p xmlns:a="http://schemas.openxmlformats.org/drawingml/2006/main">
            <a:pPr algn="l">
              <a:defRPr sz="1725" b="1" i="0">
                <a:solidFill>
                  <a:srgbClr val="10243A"/>
                </a:solidFill>
                <a:latin typeface="Liberation Sans"/>
                <a:ea typeface="Liberation Sans"/>
                <a:cs typeface="Liberation Sans"/>
              </a:defRPr>
            </a:pPr>
            <a:r>
              <a:rPr sz="1725" b="1" i="0">
                <a:solidFill>
                  <a:srgbClr val="10243A"/>
                </a:solidFill>
                <a:latin typeface="Liberation Sans"/>
                <a:ea typeface="Liberation Sans"/>
                <a:cs typeface="Liberation Sans"/>
              </a:rPr>
              <a:t>Difference in positive share: 0.2 percentage points lower in the first 90 days.</a:t>
            </a:r>
          </a:p>
        </p:txBody>
      </p:sp>
    </p:spTree>
    <p:extLst>
      <p:ext uri="{BB962C8B-B14F-4D97-AF65-F5344CB8AC3E}">
        <p14:creationId xmlns:p14="http://schemas.microsoft.com/office/powerpoint/2010/main" val="274997389"/>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55F62C8-4FA2-44DA-BE3D-C7BB9604C468}"/>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34877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A949D17-A214-4977-B4C1-A07DAF40E10E}"/>
              </a:ext>
            </a:extLst>
          </p:cNvPr>
          <p:cNvSpPr>
            <a:spLocks xmlns:a="http://schemas.openxmlformats.org/drawingml/2006/main" noGrp="1"/>
          </p:cNvSpPr>
          <p:nvPr/>
        </p:nvSpPr>
        <p:spPr>
          <a:xfrm xmlns:a="http://schemas.openxmlformats.org/drawingml/2006/main">
            <a:off x="685800" y="457200"/>
            <a:ext cx="1076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i="0">
                <a:solidFill>
                  <a:srgbClr val="10243A"/>
                </a:solidFill>
                <a:latin typeface="Liberation Sans"/>
                <a:ea typeface="Liberation Sans"/>
                <a:cs typeface="Liberation Sans"/>
              </a:defRPr>
            </a:defPPr>
            <a:lvl1pPr algn="l">
              <a:defRPr sz="2850" b="1" i="0">
                <a:solidFill>
                  <a:srgbClr val="10243A"/>
                </a:solidFill>
                <a:latin typeface="Liberation Sans"/>
                <a:ea typeface="Liberation Sans"/>
                <a:cs typeface="Liberation Sans"/>
              </a:defRPr>
            </a:lvl1pPr>
            <a:lvl2pPr algn="l">
              <a:defRPr sz="2850" b="1" i="0">
                <a:solidFill>
                  <a:srgbClr val="10243A"/>
                </a:solidFill>
                <a:latin typeface="Liberation Sans"/>
                <a:ea typeface="Liberation Sans"/>
                <a:cs typeface="Liberation Sans"/>
              </a:defRPr>
            </a:lvl2pPr>
            <a:lvl3pPr algn="l">
              <a:defRPr sz="2850" b="1" i="0">
                <a:solidFill>
                  <a:srgbClr val="10243A"/>
                </a:solidFill>
                <a:latin typeface="Liberation Sans"/>
                <a:ea typeface="Liberation Sans"/>
                <a:cs typeface="Liberation Sans"/>
              </a:defRPr>
            </a:lvl3pPr>
            <a:lvl4pPr algn="l">
              <a:defRPr sz="2850" b="1" i="0">
                <a:solidFill>
                  <a:srgbClr val="10243A"/>
                </a:solidFill>
                <a:latin typeface="Liberation Sans"/>
                <a:ea typeface="Liberation Sans"/>
                <a:cs typeface="Liberation Sans"/>
              </a:defRPr>
            </a:lvl4pPr>
            <a:lvl5pPr algn="l">
              <a:defRPr sz="2850" b="1" i="0">
                <a:solidFill>
                  <a:srgbClr val="10243A"/>
                </a:solidFill>
                <a:latin typeface="Liberation Sans"/>
                <a:ea typeface="Liberation Sans"/>
                <a:cs typeface="Liberation Sans"/>
              </a:defRPr>
            </a:lvl5pPr>
            <a:lvl6pPr algn="l">
              <a:defRPr sz="2850" b="1" i="0">
                <a:solidFill>
                  <a:srgbClr val="10243A"/>
                </a:solidFill>
                <a:latin typeface="Liberation Sans"/>
                <a:ea typeface="Liberation Sans"/>
                <a:cs typeface="Liberation Sans"/>
              </a:defRPr>
            </a:lvl6pPr>
            <a:lvl7pPr algn="l">
              <a:defRPr sz="2850" b="1" i="0">
                <a:solidFill>
                  <a:srgbClr val="10243A"/>
                </a:solidFill>
                <a:latin typeface="Liberation Sans"/>
                <a:ea typeface="Liberation Sans"/>
                <a:cs typeface="Liberation Sans"/>
              </a:defRPr>
            </a:lvl7pPr>
            <a:lvl8pPr algn="l">
              <a:defRPr sz="2850" b="1" i="0">
                <a:solidFill>
                  <a:srgbClr val="10243A"/>
                </a:solidFill>
                <a:latin typeface="Liberation Sans"/>
                <a:ea typeface="Liberation Sans"/>
                <a:cs typeface="Liberation Sans"/>
              </a:defRPr>
            </a:lvl8pPr>
            <a:lvl9pPr algn="l">
              <a:defRPr sz="2850" b="1" i="0">
                <a:solidFill>
                  <a:srgbClr val="10243A"/>
                </a:solidFill>
                <a:latin typeface="Liberation Sans"/>
                <a:ea typeface="Liberation Sans"/>
                <a:cs typeface="Liberation Sans"/>
              </a:defRPr>
            </a:lvl9pPr>
          </a:lstStyle>
          <a:p xmlns:a="http://schemas.openxmlformats.org/drawingml/2006/main">
            <a:pPr algn="l">
              <a:defRPr sz="2850" b="1" i="0">
                <a:solidFill>
                  <a:srgbClr val="10243A"/>
                </a:solidFill>
                <a:latin typeface="Liberation Sans"/>
                <a:ea typeface="Liberation Sans"/>
                <a:cs typeface="Liberation Sans"/>
              </a:defRPr>
            </a:pPr>
            <a:r>
              <a:rPr sz="2850" b="1" i="0">
                <a:solidFill>
                  <a:srgbClr val="10243A"/>
                </a:solidFill>
                <a:latin typeface="Liberation Sans"/>
                <a:ea typeface="Liberation Sans"/>
                <a:cs typeface="Liberation Sans"/>
              </a:rPr>
              <a:t>Code concepts: main, parameters, and String methods</a:t>
            </a:r>
          </a:p>
        </p:txBody>
      </p:sp>
      <p:sp>
        <p:nvSpPr>
          <p:cNvPr id="3" name="">
            <a:extLst xmlns:a="http://schemas.openxmlformats.org/drawingml/2006/main">
              <a:ext uri="{FF2B5EF4-FFF2-40B4-BE49-F238E27FC236}">
                <a16:creationId xmlns:a16="http://schemas.microsoft.com/office/drawing/2014/main" id="{307074C7-3ADC-43C8-A5BB-84781BF0977B}"/>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870DAF5-B030-4E52-9325-03FBA2339D75}"/>
              </a:ext>
            </a:extLst>
          </p:cNvPr>
          <p:cNvSpPr>
            <a:spLocks xmlns:a="http://schemas.openxmlformats.org/drawingml/2006/main" noGrp="1"/>
          </p:cNvSpPr>
          <p:nvPr/>
        </p:nvSpPr>
        <p:spPr>
          <a:xfrm xmlns:a="http://schemas.openxmlformats.org/drawingml/2006/main">
            <a:off x="685800" y="64579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0">
                <a:solidFill>
                  <a:srgbClr val="687783"/>
                </a:solidFill>
                <a:latin typeface="Liberation Sans"/>
                <a:ea typeface="Liberation Sans"/>
                <a:cs typeface="Liberation Sans"/>
              </a:defRPr>
            </a:defPPr>
            <a:lvl1pPr algn="l">
              <a:defRPr sz="1050" b="0" i="0">
                <a:solidFill>
                  <a:srgbClr val="687783"/>
                </a:solidFill>
                <a:latin typeface="Liberation Sans"/>
                <a:ea typeface="Liberation Sans"/>
                <a:cs typeface="Liberation Sans"/>
              </a:defRPr>
            </a:lvl1pPr>
            <a:lvl2pPr algn="l">
              <a:defRPr sz="1050" b="0" i="0">
                <a:solidFill>
                  <a:srgbClr val="687783"/>
                </a:solidFill>
                <a:latin typeface="Liberation Sans"/>
                <a:ea typeface="Liberation Sans"/>
                <a:cs typeface="Liberation Sans"/>
              </a:defRPr>
            </a:lvl2pPr>
            <a:lvl3pPr algn="l">
              <a:defRPr sz="1050" b="0" i="0">
                <a:solidFill>
                  <a:srgbClr val="687783"/>
                </a:solidFill>
                <a:latin typeface="Liberation Sans"/>
                <a:ea typeface="Liberation Sans"/>
                <a:cs typeface="Liberation Sans"/>
              </a:defRPr>
            </a:lvl3pPr>
            <a:lvl4pPr algn="l">
              <a:defRPr sz="1050" b="0" i="0">
                <a:solidFill>
                  <a:srgbClr val="687783"/>
                </a:solidFill>
                <a:latin typeface="Liberation Sans"/>
                <a:ea typeface="Liberation Sans"/>
                <a:cs typeface="Liberation Sans"/>
              </a:defRPr>
            </a:lvl4pPr>
            <a:lvl5pPr algn="l">
              <a:defRPr sz="1050" b="0" i="0">
                <a:solidFill>
                  <a:srgbClr val="687783"/>
                </a:solidFill>
                <a:latin typeface="Liberation Sans"/>
                <a:ea typeface="Liberation Sans"/>
                <a:cs typeface="Liberation Sans"/>
              </a:defRPr>
            </a:lvl5pPr>
            <a:lvl6pPr algn="l">
              <a:defRPr sz="1050" b="0" i="0">
                <a:solidFill>
                  <a:srgbClr val="687783"/>
                </a:solidFill>
                <a:latin typeface="Liberation Sans"/>
                <a:ea typeface="Liberation Sans"/>
                <a:cs typeface="Liberation Sans"/>
              </a:defRPr>
            </a:lvl6pPr>
            <a:lvl7pPr algn="l">
              <a:defRPr sz="1050" b="0" i="0">
                <a:solidFill>
                  <a:srgbClr val="687783"/>
                </a:solidFill>
                <a:latin typeface="Liberation Sans"/>
                <a:ea typeface="Liberation Sans"/>
                <a:cs typeface="Liberation Sans"/>
              </a:defRPr>
            </a:lvl7pPr>
            <a:lvl8pPr algn="l">
              <a:defRPr sz="1050" b="0" i="0">
                <a:solidFill>
                  <a:srgbClr val="687783"/>
                </a:solidFill>
                <a:latin typeface="Liberation Sans"/>
                <a:ea typeface="Liberation Sans"/>
                <a:cs typeface="Liberation Sans"/>
              </a:defRPr>
            </a:lvl8pPr>
            <a:lvl9pPr algn="l">
              <a:defRPr sz="1050" b="0" i="0">
                <a:solidFill>
                  <a:srgbClr val="687783"/>
                </a:solidFill>
                <a:latin typeface="Liberation Sans"/>
                <a:ea typeface="Liberation Sans"/>
                <a:cs typeface="Liberation Sans"/>
              </a:defRPr>
            </a:lvl9pPr>
          </a:lstStyle>
          <a:p xmlns:a="http://schemas.openxmlformats.org/drawingml/2006/main">
            <a:pPr algn="l">
              <a:defRPr sz="1050" b="0" i="0">
                <a:solidFill>
                  <a:srgbClr val="687783"/>
                </a:solidFill>
                <a:latin typeface="Liberation Sans"/>
                <a:ea typeface="Liberation Sans"/>
                <a:cs typeface="Liberation Sans"/>
              </a:defRPr>
            </a:pPr>
            <a:r>
              <a:rPr sz="1050" b="0" i="0">
                <a:solidFill>
                  <a:srgbClr val="687783"/>
                </a:solidFill>
                <a:latin typeface="Liberation Sans"/>
                <a:ea typeface="Liberation Sans"/>
                <a:cs typeface="Liberation Sans"/>
              </a:rPr>
              <a:t>Consumer Review Lab · Activity 5</a:t>
            </a:r>
          </a:p>
        </p:txBody>
      </p:sp>
      <p:sp>
        <p:nvSpPr>
          <p:cNvPr id="5" name="">
            <a:extLst xmlns:a="http://schemas.openxmlformats.org/drawingml/2006/main">
              <a:ext uri="{FF2B5EF4-FFF2-40B4-BE49-F238E27FC236}">
                <a16:creationId xmlns:a16="http://schemas.microsoft.com/office/drawing/2014/main" id="{6E671239-0946-43CD-8FF4-CD45E737FF7E}"/>
              </a:ext>
            </a:extLst>
          </p:cNvPr>
          <p:cNvSpPr>
            <a:spLocks xmlns:a="http://schemas.openxmlformats.org/drawingml/2006/main" noGrp="1"/>
          </p:cNvSpPr>
          <p:nvPr/>
        </p:nvSpPr>
        <p:spPr>
          <a:xfrm xmlns:a="http://schemas.openxmlformats.org/drawingml/2006/main">
            <a:off x="11106150" y="64389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0" i="0">
                <a:solidFill>
                  <a:srgbClr val="687783"/>
                </a:solidFill>
                <a:latin typeface="Liberation Sans"/>
                <a:ea typeface="Liberation Sans"/>
                <a:cs typeface="Liberation Sans"/>
              </a:defRPr>
            </a:defPPr>
            <a:lvl1pPr algn="r">
              <a:defRPr sz="1125" b="0" i="0">
                <a:solidFill>
                  <a:srgbClr val="687783"/>
                </a:solidFill>
                <a:latin typeface="Liberation Sans"/>
                <a:ea typeface="Liberation Sans"/>
                <a:cs typeface="Liberation Sans"/>
              </a:defRPr>
            </a:lvl1pPr>
            <a:lvl2pPr algn="r">
              <a:defRPr sz="1125" b="0" i="0">
                <a:solidFill>
                  <a:srgbClr val="687783"/>
                </a:solidFill>
                <a:latin typeface="Liberation Sans"/>
                <a:ea typeface="Liberation Sans"/>
                <a:cs typeface="Liberation Sans"/>
              </a:defRPr>
            </a:lvl2pPr>
            <a:lvl3pPr algn="r">
              <a:defRPr sz="1125" b="0" i="0">
                <a:solidFill>
                  <a:srgbClr val="687783"/>
                </a:solidFill>
                <a:latin typeface="Liberation Sans"/>
                <a:ea typeface="Liberation Sans"/>
                <a:cs typeface="Liberation Sans"/>
              </a:defRPr>
            </a:lvl3pPr>
            <a:lvl4pPr algn="r">
              <a:defRPr sz="1125" b="0" i="0">
                <a:solidFill>
                  <a:srgbClr val="687783"/>
                </a:solidFill>
                <a:latin typeface="Liberation Sans"/>
                <a:ea typeface="Liberation Sans"/>
                <a:cs typeface="Liberation Sans"/>
              </a:defRPr>
            </a:lvl4pPr>
            <a:lvl5pPr algn="r">
              <a:defRPr sz="1125" b="0" i="0">
                <a:solidFill>
                  <a:srgbClr val="687783"/>
                </a:solidFill>
                <a:latin typeface="Liberation Sans"/>
                <a:ea typeface="Liberation Sans"/>
                <a:cs typeface="Liberation Sans"/>
              </a:defRPr>
            </a:lvl5pPr>
            <a:lvl6pPr algn="r">
              <a:defRPr sz="1125" b="0" i="0">
                <a:solidFill>
                  <a:srgbClr val="687783"/>
                </a:solidFill>
                <a:latin typeface="Liberation Sans"/>
                <a:ea typeface="Liberation Sans"/>
                <a:cs typeface="Liberation Sans"/>
              </a:defRPr>
            </a:lvl6pPr>
            <a:lvl7pPr algn="r">
              <a:defRPr sz="1125" b="0" i="0">
                <a:solidFill>
                  <a:srgbClr val="687783"/>
                </a:solidFill>
                <a:latin typeface="Liberation Sans"/>
                <a:ea typeface="Liberation Sans"/>
                <a:cs typeface="Liberation Sans"/>
              </a:defRPr>
            </a:lvl7pPr>
            <a:lvl8pPr algn="r">
              <a:defRPr sz="1125" b="0" i="0">
                <a:solidFill>
                  <a:srgbClr val="687783"/>
                </a:solidFill>
                <a:latin typeface="Liberation Sans"/>
                <a:ea typeface="Liberation Sans"/>
                <a:cs typeface="Liberation Sans"/>
              </a:defRPr>
            </a:lvl8pPr>
            <a:lvl9pPr algn="r">
              <a:defRPr sz="1125" b="0" i="0">
                <a:solidFill>
                  <a:srgbClr val="687783"/>
                </a:solidFill>
                <a:latin typeface="Liberation Sans"/>
                <a:ea typeface="Liberation Sans"/>
                <a:cs typeface="Liberation Sans"/>
              </a:defRPr>
            </a:lvl9pPr>
          </a:lstStyle>
          <a:p xmlns:a="http://schemas.openxmlformats.org/drawingml/2006/main">
            <a:pPr algn="r">
              <a:defRPr sz="1125" b="0" i="0">
                <a:solidFill>
                  <a:srgbClr val="687783"/>
                </a:solidFill>
                <a:latin typeface="Liberation Sans"/>
                <a:ea typeface="Liberation Sans"/>
                <a:cs typeface="Liberation Sans"/>
              </a:defRPr>
            </a:pPr>
            <a:r>
              <a:rPr sz="1125" b="0" i="0">
                <a:solidFill>
                  <a:srgbClr val="687783"/>
                </a:solidFill>
                <a:latin typeface="Liberation Sans"/>
                <a:ea typeface="Liberation Sans"/>
                <a:cs typeface="Liberation Sans"/>
              </a:rPr>
              <a:t>07</a:t>
            </a:r>
          </a:p>
        </p:txBody>
      </p:sp>
      <p:sp>
        <p:nvSpPr>
          <p:cNvPr id="6" name="">
            <a:extLst xmlns:a="http://schemas.openxmlformats.org/drawingml/2006/main">
              <a:ext uri="{FF2B5EF4-FFF2-40B4-BE49-F238E27FC236}">
                <a16:creationId xmlns:a16="http://schemas.microsoft.com/office/drawing/2014/main" id="{753B8F5A-9F84-4102-9D95-FE3214D57FC6}"/>
              </a:ext>
            </a:extLst>
          </p:cNvPr>
          <p:cNvSpPr>
            <a:spLocks xmlns:a="http://schemas.openxmlformats.org/drawingml/2006/main" noGrp="1"/>
          </p:cNvSpPr>
          <p:nvPr/>
        </p:nvSpPr>
        <p:spPr>
          <a:xfrm xmlns:a="http://schemas.openxmlformats.org/drawingml/2006/main">
            <a:off x="685800" y="1476375"/>
            <a:ext cx="4524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i="0">
                <a:solidFill>
                  <a:srgbClr val="10243A"/>
                </a:solidFill>
                <a:latin typeface="Liberation Sans"/>
                <a:ea typeface="Liberation Sans"/>
                <a:cs typeface="Liberation Sans"/>
              </a:defRPr>
            </a:defPPr>
            <a:lvl1pPr algn="l">
              <a:defRPr sz="1875" b="1" i="0">
                <a:solidFill>
                  <a:srgbClr val="10243A"/>
                </a:solidFill>
                <a:latin typeface="Liberation Sans"/>
                <a:ea typeface="Liberation Sans"/>
                <a:cs typeface="Liberation Sans"/>
              </a:defRPr>
            </a:lvl1pPr>
            <a:lvl2pPr algn="l">
              <a:defRPr sz="1875" b="1" i="0">
                <a:solidFill>
                  <a:srgbClr val="10243A"/>
                </a:solidFill>
                <a:latin typeface="Liberation Sans"/>
                <a:ea typeface="Liberation Sans"/>
                <a:cs typeface="Liberation Sans"/>
              </a:defRPr>
            </a:lvl2pPr>
            <a:lvl3pPr algn="l">
              <a:defRPr sz="1875" b="1" i="0">
                <a:solidFill>
                  <a:srgbClr val="10243A"/>
                </a:solidFill>
                <a:latin typeface="Liberation Sans"/>
                <a:ea typeface="Liberation Sans"/>
                <a:cs typeface="Liberation Sans"/>
              </a:defRPr>
            </a:lvl3pPr>
            <a:lvl4pPr algn="l">
              <a:defRPr sz="1875" b="1" i="0">
                <a:solidFill>
                  <a:srgbClr val="10243A"/>
                </a:solidFill>
                <a:latin typeface="Liberation Sans"/>
                <a:ea typeface="Liberation Sans"/>
                <a:cs typeface="Liberation Sans"/>
              </a:defRPr>
            </a:lvl4pPr>
            <a:lvl5pPr algn="l">
              <a:defRPr sz="1875" b="1" i="0">
                <a:solidFill>
                  <a:srgbClr val="10243A"/>
                </a:solidFill>
                <a:latin typeface="Liberation Sans"/>
                <a:ea typeface="Liberation Sans"/>
                <a:cs typeface="Liberation Sans"/>
              </a:defRPr>
            </a:lvl5pPr>
            <a:lvl6pPr algn="l">
              <a:defRPr sz="1875" b="1" i="0">
                <a:solidFill>
                  <a:srgbClr val="10243A"/>
                </a:solidFill>
                <a:latin typeface="Liberation Sans"/>
                <a:ea typeface="Liberation Sans"/>
                <a:cs typeface="Liberation Sans"/>
              </a:defRPr>
            </a:lvl6pPr>
            <a:lvl7pPr algn="l">
              <a:defRPr sz="1875" b="1" i="0">
                <a:solidFill>
                  <a:srgbClr val="10243A"/>
                </a:solidFill>
                <a:latin typeface="Liberation Sans"/>
                <a:ea typeface="Liberation Sans"/>
                <a:cs typeface="Liberation Sans"/>
              </a:defRPr>
            </a:lvl7pPr>
            <a:lvl8pPr algn="l">
              <a:defRPr sz="1875" b="1" i="0">
                <a:solidFill>
                  <a:srgbClr val="10243A"/>
                </a:solidFill>
                <a:latin typeface="Liberation Sans"/>
                <a:ea typeface="Liberation Sans"/>
                <a:cs typeface="Liberation Sans"/>
              </a:defRPr>
            </a:lvl8pPr>
            <a:lvl9pPr algn="l">
              <a:defRPr sz="1875" b="1" i="0">
                <a:solidFill>
                  <a:srgbClr val="10243A"/>
                </a:solidFill>
                <a:latin typeface="Liberation Sans"/>
                <a:ea typeface="Liberation Sans"/>
                <a:cs typeface="Liberation Sans"/>
              </a:defRPr>
            </a:lvl9pPr>
          </a:lstStyle>
          <a:p xmlns:a="http://schemas.openxmlformats.org/drawingml/2006/main">
            <a:pPr algn="l">
              <a:defRPr sz="1875" b="1" i="0">
                <a:solidFill>
                  <a:srgbClr val="10243A"/>
                </a:solidFill>
                <a:latin typeface="Liberation Sans"/>
                <a:ea typeface="Liberation Sans"/>
                <a:cs typeface="Liberation Sans"/>
              </a:defRPr>
            </a:pPr>
            <a:r>
              <a:rPr sz="1875" b="1" i="0">
                <a:solidFill>
                  <a:srgbClr val="10243A"/>
                </a:solidFill>
                <a:latin typeface="Liberation Sans"/>
                <a:ea typeface="Liberation Sans"/>
                <a:cs typeface="Liberation Sans"/>
              </a:rPr>
              <a:t>The program starts in main</a:t>
            </a:r>
          </a:p>
        </p:txBody>
      </p:sp>
      <p:sp>
        <p:nvSpPr>
          <p:cNvPr id="7" name="">
            <a:extLst xmlns:a="http://schemas.openxmlformats.org/drawingml/2006/main">
              <a:ext uri="{FF2B5EF4-FFF2-40B4-BE49-F238E27FC236}">
                <a16:creationId xmlns:a16="http://schemas.microsoft.com/office/drawing/2014/main" id="{1E4FCB32-C253-4D03-B540-4A06610DA402}"/>
              </a:ext>
            </a:extLst>
          </p:cNvPr>
          <p:cNvSpPr>
            <a:spLocks xmlns:a="http://schemas.openxmlformats.org/drawingml/2006/main" noGrp="1"/>
          </p:cNvSpPr>
          <p:nvPr/>
        </p:nvSpPr>
        <p:spPr>
          <a:xfrm xmlns:a="http://schemas.openxmlformats.org/drawingml/2006/main">
            <a:off x="685800" y="1933575"/>
            <a:ext cx="4857750" cy="1238250"/>
          </a:xfrm>
          <a:prstGeom xmlns:a="http://schemas.openxmlformats.org/drawingml/2006/main" prst="rect">
            <a:avLst/>
          </a:prstGeom>
          <a:solidFill xmlns:a="http://schemas.openxmlformats.org/drawingml/2006/main">
            <a:srgbClr val="102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AEB2A81-A870-4892-B32D-3958A64038F9}"/>
              </a:ext>
            </a:extLst>
          </p:cNvPr>
          <p:cNvSpPr>
            <a:spLocks xmlns:a="http://schemas.openxmlformats.org/drawingml/2006/main" noGrp="1"/>
          </p:cNvSpPr>
          <p:nvPr/>
        </p:nvSpPr>
        <p:spPr>
          <a:xfrm xmlns:a="http://schemas.openxmlformats.org/drawingml/2006/main">
            <a:off x="876300" y="2085975"/>
            <a:ext cx="4476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F4F6F7"/>
                </a:solidFill>
                <a:latin typeface="Liberation Sans"/>
                <a:ea typeface="Liberation Sans"/>
                <a:cs typeface="Liberation Sans"/>
              </a:defRPr>
            </a:defPPr>
            <a:lvl1pPr algn="l">
              <a:defRPr sz="1425" b="0" i="0">
                <a:solidFill>
                  <a:srgbClr val="F4F6F7"/>
                </a:solidFill>
                <a:latin typeface="Liberation Sans"/>
                <a:ea typeface="Liberation Sans"/>
                <a:cs typeface="Liberation Sans"/>
              </a:defRPr>
            </a:lvl1pPr>
            <a:lvl2pPr algn="l">
              <a:defRPr sz="1425" b="0" i="0">
                <a:solidFill>
                  <a:srgbClr val="F4F6F7"/>
                </a:solidFill>
                <a:latin typeface="Liberation Sans"/>
                <a:ea typeface="Liberation Sans"/>
                <a:cs typeface="Liberation Sans"/>
              </a:defRPr>
            </a:lvl2pPr>
            <a:lvl3pPr algn="l">
              <a:defRPr sz="1425" b="0" i="0">
                <a:solidFill>
                  <a:srgbClr val="F4F6F7"/>
                </a:solidFill>
                <a:latin typeface="Liberation Sans"/>
                <a:ea typeface="Liberation Sans"/>
                <a:cs typeface="Liberation Sans"/>
              </a:defRPr>
            </a:lvl3pPr>
            <a:lvl4pPr algn="l">
              <a:defRPr sz="1425" b="0" i="0">
                <a:solidFill>
                  <a:srgbClr val="F4F6F7"/>
                </a:solidFill>
                <a:latin typeface="Liberation Sans"/>
                <a:ea typeface="Liberation Sans"/>
                <a:cs typeface="Liberation Sans"/>
              </a:defRPr>
            </a:lvl4pPr>
            <a:lvl5pPr algn="l">
              <a:defRPr sz="1425" b="0" i="0">
                <a:solidFill>
                  <a:srgbClr val="F4F6F7"/>
                </a:solidFill>
                <a:latin typeface="Liberation Sans"/>
                <a:ea typeface="Liberation Sans"/>
                <a:cs typeface="Liberation Sans"/>
              </a:defRPr>
            </a:lvl5pPr>
            <a:lvl6pPr algn="l">
              <a:defRPr sz="1425" b="0" i="0">
                <a:solidFill>
                  <a:srgbClr val="F4F6F7"/>
                </a:solidFill>
                <a:latin typeface="Liberation Sans"/>
                <a:ea typeface="Liberation Sans"/>
                <a:cs typeface="Liberation Sans"/>
              </a:defRPr>
            </a:lvl6pPr>
            <a:lvl7pPr algn="l">
              <a:defRPr sz="1425" b="0" i="0">
                <a:solidFill>
                  <a:srgbClr val="F4F6F7"/>
                </a:solidFill>
                <a:latin typeface="Liberation Sans"/>
                <a:ea typeface="Liberation Sans"/>
                <a:cs typeface="Liberation Sans"/>
              </a:defRPr>
            </a:lvl7pPr>
            <a:lvl8pPr algn="l">
              <a:defRPr sz="1425" b="0" i="0">
                <a:solidFill>
                  <a:srgbClr val="F4F6F7"/>
                </a:solidFill>
                <a:latin typeface="Liberation Sans"/>
                <a:ea typeface="Liberation Sans"/>
                <a:cs typeface="Liberation Sans"/>
              </a:defRPr>
            </a:lvl8pPr>
            <a:lvl9pPr algn="l">
              <a:defRPr sz="1425" b="0" i="0">
                <a:solidFill>
                  <a:srgbClr val="F4F6F7"/>
                </a:solidFill>
                <a:latin typeface="Liberation Sans"/>
                <a:ea typeface="Liberation Sans"/>
                <a:cs typeface="Liberation Sans"/>
              </a:defRPr>
            </a:lvl9pPr>
          </a:lstStyle>
          <a:p xmlns:a="http://schemas.openxmlformats.org/drawingml/2006/main">
            <a:pPr algn="l">
              <a:lnSpc>
                <a:spcPct val="115000"/>
              </a:lnSpc>
              <a:buNone/>
              <a:defRPr sz="1425" b="0" i="0">
                <a:solidFill>
                  <a:srgbClr val="F4F6F7"/>
                </a:solidFill>
                <a:latin typeface="Liberation Sans"/>
                <a:ea typeface="Liberation Sans"/>
                <a:cs typeface="Liberation Sans"/>
              </a:defRPr>
            </a:pPr>
            <a:r>
              <a:rPr sz="1425" b="0" i="0">
                <a:solidFill>
                  <a:srgbClr val="F4F6F7"/>
                </a:solidFill>
                <a:latin typeface="Liberation Sans"/>
                <a:ea typeface="Liberation Sans"/>
                <a:cs typeface="Liberation Sans"/>
              </a:rPr>
              <a:t>public static void main(String[] args) {</a:t>
            </a:r>
          </a:p>
          <a:p xmlns:a="http://schemas.openxmlformats.org/drawingml/2006/main">
            <a:pPr algn="l">
              <a:lnSpc>
                <a:spcPct val="115000"/>
              </a:lnSpc>
              <a:buNone/>
              <a:defRPr sz="1425" b="0" i="0">
                <a:solidFill>
                  <a:srgbClr val="F4F6F7"/>
                </a:solidFill>
                <a:latin typeface="Liberation Sans"/>
                <a:ea typeface="Liberation Sans"/>
                <a:cs typeface="Liberation Sans"/>
              </a:defRPr>
            </a:pPr>
            <a:r>
              <a:rPr sz="1425" b="0" i="0">
                <a:solidFill>
                  <a:srgbClr val="F4F6F7"/>
                </a:solidFill>
                <a:latin typeface="Liberation Sans"/>
                <a:ea typeface="Liberation Sans"/>
                <a:cs typeface="Liberation Sans"/>
              </a:rPr>
              <a:t>  // read the CSV and analyze reviews</a:t>
            </a:r>
          </a:p>
          <a:p xmlns:a="http://schemas.openxmlformats.org/drawingml/2006/main">
            <a:pPr algn="l">
              <a:lnSpc>
                <a:spcPct val="115000"/>
              </a:lnSpc>
              <a:buNone/>
              <a:defRPr sz="1425" b="0" i="0">
                <a:solidFill>
                  <a:srgbClr val="F4F6F7"/>
                </a:solidFill>
                <a:latin typeface="Liberation Sans"/>
                <a:ea typeface="Liberation Sans"/>
                <a:cs typeface="Liberation Sans"/>
              </a:defRPr>
            </a:pPr>
            <a:r>
              <a:rPr sz="1425" b="0" i="0">
                <a:solidFill>
                  <a:srgbClr val="F4F6F7"/>
                </a:solidFill>
                <a:latin typeface="Liberation Sans"/>
                <a:ea typeface="Liberation Sans"/>
                <a:cs typeface="Liberation Sans"/>
              </a:rPr>
              <a:t>}</a:t>
            </a:r>
          </a:p>
        </p:txBody>
      </p:sp>
      <p:sp>
        <p:nvSpPr>
          <p:cNvPr id="9" name="">
            <a:extLst xmlns:a="http://schemas.openxmlformats.org/drawingml/2006/main">
              <a:ext uri="{FF2B5EF4-FFF2-40B4-BE49-F238E27FC236}">
                <a16:creationId xmlns:a16="http://schemas.microsoft.com/office/drawing/2014/main" id="{FFDE19E7-0999-4E35-B554-85BC2AE9D0DA}"/>
              </a:ext>
            </a:extLst>
          </p:cNvPr>
          <p:cNvSpPr>
            <a:spLocks xmlns:a="http://schemas.openxmlformats.org/drawingml/2006/main" noGrp="1"/>
          </p:cNvSpPr>
          <p:nvPr/>
        </p:nvSpPr>
        <p:spPr>
          <a:xfrm xmlns:a="http://schemas.openxmlformats.org/drawingml/2006/main">
            <a:off x="685800" y="3505200"/>
            <a:ext cx="5000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i="0">
                <a:solidFill>
                  <a:srgbClr val="10243A"/>
                </a:solidFill>
                <a:latin typeface="Liberation Sans"/>
                <a:ea typeface="Liberation Sans"/>
                <a:cs typeface="Liberation Sans"/>
              </a:defRPr>
            </a:defPPr>
            <a:lvl1pPr algn="l">
              <a:defRPr sz="1800" b="1" i="0">
                <a:solidFill>
                  <a:srgbClr val="10243A"/>
                </a:solidFill>
                <a:latin typeface="Liberation Sans"/>
                <a:ea typeface="Liberation Sans"/>
                <a:cs typeface="Liberation Sans"/>
              </a:defRPr>
            </a:lvl1pPr>
            <a:lvl2pPr algn="l">
              <a:defRPr sz="1800" b="1" i="0">
                <a:solidFill>
                  <a:srgbClr val="10243A"/>
                </a:solidFill>
                <a:latin typeface="Liberation Sans"/>
                <a:ea typeface="Liberation Sans"/>
                <a:cs typeface="Liberation Sans"/>
              </a:defRPr>
            </a:lvl2pPr>
            <a:lvl3pPr algn="l">
              <a:defRPr sz="1800" b="1" i="0">
                <a:solidFill>
                  <a:srgbClr val="10243A"/>
                </a:solidFill>
                <a:latin typeface="Liberation Sans"/>
                <a:ea typeface="Liberation Sans"/>
                <a:cs typeface="Liberation Sans"/>
              </a:defRPr>
            </a:lvl3pPr>
            <a:lvl4pPr algn="l">
              <a:defRPr sz="1800" b="1" i="0">
                <a:solidFill>
                  <a:srgbClr val="10243A"/>
                </a:solidFill>
                <a:latin typeface="Liberation Sans"/>
                <a:ea typeface="Liberation Sans"/>
                <a:cs typeface="Liberation Sans"/>
              </a:defRPr>
            </a:lvl4pPr>
            <a:lvl5pPr algn="l">
              <a:defRPr sz="1800" b="1" i="0">
                <a:solidFill>
                  <a:srgbClr val="10243A"/>
                </a:solidFill>
                <a:latin typeface="Liberation Sans"/>
                <a:ea typeface="Liberation Sans"/>
                <a:cs typeface="Liberation Sans"/>
              </a:defRPr>
            </a:lvl5pPr>
            <a:lvl6pPr algn="l">
              <a:defRPr sz="1800" b="1" i="0">
                <a:solidFill>
                  <a:srgbClr val="10243A"/>
                </a:solidFill>
                <a:latin typeface="Liberation Sans"/>
                <a:ea typeface="Liberation Sans"/>
                <a:cs typeface="Liberation Sans"/>
              </a:defRPr>
            </a:lvl6pPr>
            <a:lvl7pPr algn="l">
              <a:defRPr sz="1800" b="1" i="0">
                <a:solidFill>
                  <a:srgbClr val="10243A"/>
                </a:solidFill>
                <a:latin typeface="Liberation Sans"/>
                <a:ea typeface="Liberation Sans"/>
                <a:cs typeface="Liberation Sans"/>
              </a:defRPr>
            </a:lvl7pPr>
            <a:lvl8pPr algn="l">
              <a:defRPr sz="1800" b="1" i="0">
                <a:solidFill>
                  <a:srgbClr val="10243A"/>
                </a:solidFill>
                <a:latin typeface="Liberation Sans"/>
                <a:ea typeface="Liberation Sans"/>
                <a:cs typeface="Liberation Sans"/>
              </a:defRPr>
            </a:lvl8pPr>
            <a:lvl9pPr algn="l">
              <a:defRPr sz="1800" b="1" i="0">
                <a:solidFill>
                  <a:srgbClr val="10243A"/>
                </a:solidFill>
                <a:latin typeface="Liberation Sans"/>
                <a:ea typeface="Liberation Sans"/>
                <a:cs typeface="Liberation Sans"/>
              </a:defRPr>
            </a:lvl9pPr>
          </a:lstStyle>
          <a:p xmlns:a="http://schemas.openxmlformats.org/drawingml/2006/main">
            <a:pPr algn="l">
              <a:defRPr sz="1800" b="1" i="0">
                <a:solidFill>
                  <a:srgbClr val="10243A"/>
                </a:solidFill>
                <a:latin typeface="Liberation Sans"/>
                <a:ea typeface="Liberation Sans"/>
                <a:cs typeface="Liberation Sans"/>
              </a:defRPr>
            </a:pPr>
            <a:r>
              <a:rPr sz="1800" b="1" i="0">
                <a:solidFill>
                  <a:srgbClr val="10243A"/>
                </a:solidFill>
                <a:latin typeface="Liberation Sans"/>
                <a:ea typeface="Liberation Sans"/>
                <a:cs typeface="Liberation Sans"/>
              </a:rPr>
              <a:t>A helper method receives review text</a:t>
            </a:r>
          </a:p>
        </p:txBody>
      </p:sp>
      <p:sp>
        <p:nvSpPr>
          <p:cNvPr id="10" name="">
            <a:extLst xmlns:a="http://schemas.openxmlformats.org/drawingml/2006/main">
              <a:ext uri="{FF2B5EF4-FFF2-40B4-BE49-F238E27FC236}">
                <a16:creationId xmlns:a16="http://schemas.microsoft.com/office/drawing/2014/main" id="{51286EB9-1E91-4836-9EE7-B17BB0382F61}"/>
              </a:ext>
            </a:extLst>
          </p:cNvPr>
          <p:cNvSpPr>
            <a:spLocks xmlns:a="http://schemas.openxmlformats.org/drawingml/2006/main" noGrp="1"/>
          </p:cNvSpPr>
          <p:nvPr/>
        </p:nvSpPr>
        <p:spPr>
          <a:xfrm xmlns:a="http://schemas.openxmlformats.org/drawingml/2006/main">
            <a:off x="685800" y="3962400"/>
            <a:ext cx="5143500" cy="1504950"/>
          </a:xfrm>
          <a:prstGeom xmlns:a="http://schemas.openxmlformats.org/drawingml/2006/main" prst="rect">
            <a:avLst/>
          </a:prstGeom>
          <a:solidFill xmlns:a="http://schemas.openxmlformats.org/drawingml/2006/main">
            <a:srgbClr val="10243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CFD2F19-DDBF-4511-8410-7A7F05EC4B03}"/>
              </a:ext>
            </a:extLst>
          </p:cNvPr>
          <p:cNvSpPr>
            <a:spLocks xmlns:a="http://schemas.openxmlformats.org/drawingml/2006/main" noGrp="1"/>
          </p:cNvSpPr>
          <p:nvPr/>
        </p:nvSpPr>
        <p:spPr>
          <a:xfrm xmlns:a="http://schemas.openxmlformats.org/drawingml/2006/main">
            <a:off x="876300" y="4114800"/>
            <a:ext cx="4762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F4F6F7"/>
                </a:solidFill>
                <a:latin typeface="Liberation Sans"/>
                <a:ea typeface="Liberation Sans"/>
                <a:cs typeface="Liberation Sans"/>
              </a:defRPr>
            </a:defPPr>
            <a:lvl1pPr algn="l">
              <a:defRPr sz="1200" b="0" i="0">
                <a:solidFill>
                  <a:srgbClr val="F4F6F7"/>
                </a:solidFill>
                <a:latin typeface="Liberation Sans"/>
                <a:ea typeface="Liberation Sans"/>
                <a:cs typeface="Liberation Sans"/>
              </a:defRPr>
            </a:lvl1pPr>
            <a:lvl2pPr algn="l">
              <a:defRPr sz="1200" b="0" i="0">
                <a:solidFill>
                  <a:srgbClr val="F4F6F7"/>
                </a:solidFill>
                <a:latin typeface="Liberation Sans"/>
                <a:ea typeface="Liberation Sans"/>
                <a:cs typeface="Liberation Sans"/>
              </a:defRPr>
            </a:lvl2pPr>
            <a:lvl3pPr algn="l">
              <a:defRPr sz="1200" b="0" i="0">
                <a:solidFill>
                  <a:srgbClr val="F4F6F7"/>
                </a:solidFill>
                <a:latin typeface="Liberation Sans"/>
                <a:ea typeface="Liberation Sans"/>
                <a:cs typeface="Liberation Sans"/>
              </a:defRPr>
            </a:lvl3pPr>
            <a:lvl4pPr algn="l">
              <a:defRPr sz="1200" b="0" i="0">
                <a:solidFill>
                  <a:srgbClr val="F4F6F7"/>
                </a:solidFill>
                <a:latin typeface="Liberation Sans"/>
                <a:ea typeface="Liberation Sans"/>
                <a:cs typeface="Liberation Sans"/>
              </a:defRPr>
            </a:lvl4pPr>
            <a:lvl5pPr algn="l">
              <a:defRPr sz="1200" b="0" i="0">
                <a:solidFill>
                  <a:srgbClr val="F4F6F7"/>
                </a:solidFill>
                <a:latin typeface="Liberation Sans"/>
                <a:ea typeface="Liberation Sans"/>
                <a:cs typeface="Liberation Sans"/>
              </a:defRPr>
            </a:lvl5pPr>
            <a:lvl6pPr algn="l">
              <a:defRPr sz="1200" b="0" i="0">
                <a:solidFill>
                  <a:srgbClr val="F4F6F7"/>
                </a:solidFill>
                <a:latin typeface="Liberation Sans"/>
                <a:ea typeface="Liberation Sans"/>
                <a:cs typeface="Liberation Sans"/>
              </a:defRPr>
            </a:lvl6pPr>
            <a:lvl7pPr algn="l">
              <a:defRPr sz="1200" b="0" i="0">
                <a:solidFill>
                  <a:srgbClr val="F4F6F7"/>
                </a:solidFill>
                <a:latin typeface="Liberation Sans"/>
                <a:ea typeface="Liberation Sans"/>
                <a:cs typeface="Liberation Sans"/>
              </a:defRPr>
            </a:lvl7pPr>
            <a:lvl8pPr algn="l">
              <a:defRPr sz="1200" b="0" i="0">
                <a:solidFill>
                  <a:srgbClr val="F4F6F7"/>
                </a:solidFill>
                <a:latin typeface="Liberation Sans"/>
                <a:ea typeface="Liberation Sans"/>
                <a:cs typeface="Liberation Sans"/>
              </a:defRPr>
            </a:lvl8pPr>
            <a:lvl9pPr algn="l">
              <a:defRPr sz="1200" b="0" i="0">
                <a:solidFill>
                  <a:srgbClr val="F4F6F7"/>
                </a:solidFill>
                <a:latin typeface="Liberation Sans"/>
                <a:ea typeface="Liberation Sans"/>
                <a:cs typeface="Liberation Sans"/>
              </a:defRPr>
            </a:lvl9pPr>
          </a:lstStyle>
          <a:p xmlns:a="http://schemas.openxmlformats.org/drawingml/2006/main">
            <a:pPr algn="l">
              <a:lnSpc>
                <a:spcPct val="115000"/>
              </a:lnSpc>
              <a:buNone/>
              <a:defRPr sz="1200" b="0" i="0">
                <a:solidFill>
                  <a:srgbClr val="F4F6F7"/>
                </a:solidFill>
                <a:latin typeface="Liberation Sans"/>
                <a:ea typeface="Liberation Sans"/>
                <a:cs typeface="Liberation Sans"/>
              </a:defRPr>
            </a:pPr>
            <a:r>
              <a:rPr sz="1200" b="0" i="0">
                <a:solidFill>
                  <a:srgbClr val="F4F6F7"/>
                </a:solidFill>
                <a:latin typeface="Liberation Sans"/>
                <a:ea typeface="Liberation Sans"/>
                <a:cs typeface="Liberation Sans"/>
              </a:rPr>
              <a:t>/**</a:t>
            </a:r>
          </a:p>
          <a:p xmlns:a="http://schemas.openxmlformats.org/drawingml/2006/main">
            <a:pPr algn="l">
              <a:lnSpc>
                <a:spcPct val="115000"/>
              </a:lnSpc>
              <a:buNone/>
              <a:defRPr sz="1200" b="0" i="0">
                <a:solidFill>
                  <a:srgbClr val="F4F6F7"/>
                </a:solidFill>
                <a:latin typeface="Liberation Sans"/>
                <a:ea typeface="Liberation Sans"/>
                <a:cs typeface="Liberation Sans"/>
              </a:defRPr>
            </a:pPr>
            <a:r>
              <a:rPr sz="1200" b="0" i="0">
                <a:solidFill>
                  <a:srgbClr val="F4F6F7"/>
                </a:solidFill>
                <a:latin typeface="Liberation Sans"/>
                <a:ea typeface="Liberation Sans"/>
                <a:cs typeface="Liberation Sans"/>
              </a:rPr>
              <a:t> * @param reviewText one full customer review</a:t>
            </a:r>
          </a:p>
          <a:p xmlns:a="http://schemas.openxmlformats.org/drawingml/2006/main">
            <a:pPr algn="l">
              <a:lnSpc>
                <a:spcPct val="115000"/>
              </a:lnSpc>
              <a:buNone/>
              <a:defRPr sz="1200" b="0" i="0">
                <a:solidFill>
                  <a:srgbClr val="F4F6F7"/>
                </a:solidFill>
                <a:latin typeface="Liberation Sans"/>
                <a:ea typeface="Liberation Sans"/>
                <a:cs typeface="Liberation Sans"/>
              </a:defRPr>
            </a:pPr>
            <a:r>
              <a:rPr sz="1200" b="0" i="0">
                <a:solidFill>
                  <a:srgbClr val="F4F6F7"/>
                </a:solidFill>
                <a:latin typeface="Liberation Sans"/>
                <a:ea typeface="Liberation Sans"/>
                <a:cs typeface="Liberation Sans"/>
              </a:rPr>
              <a:t> * @return sum of its word sentiment values</a:t>
            </a:r>
          </a:p>
          <a:p xmlns:a="http://schemas.openxmlformats.org/drawingml/2006/main">
            <a:pPr algn="l">
              <a:lnSpc>
                <a:spcPct val="115000"/>
              </a:lnSpc>
              <a:buNone/>
              <a:defRPr sz="1200" b="0" i="0">
                <a:solidFill>
                  <a:srgbClr val="F4F6F7"/>
                </a:solidFill>
                <a:latin typeface="Liberation Sans"/>
                <a:ea typeface="Liberation Sans"/>
                <a:cs typeface="Liberation Sans"/>
              </a:defRPr>
            </a:pPr>
            <a:r>
              <a:rPr sz="1200" b="0" i="0">
                <a:solidFill>
                  <a:srgbClr val="F4F6F7"/>
                </a:solidFill>
                <a:latin typeface="Liberation Sans"/>
                <a:ea typeface="Liberation Sans"/>
                <a:cs typeface="Liberation Sans"/>
              </a:rPr>
              <a:t> */</a:t>
            </a:r>
          </a:p>
          <a:p xmlns:a="http://schemas.openxmlformats.org/drawingml/2006/main">
            <a:pPr algn="l">
              <a:lnSpc>
                <a:spcPct val="115000"/>
              </a:lnSpc>
              <a:buNone/>
              <a:defRPr sz="1200" b="0" i="0">
                <a:solidFill>
                  <a:srgbClr val="F4F6F7"/>
                </a:solidFill>
                <a:latin typeface="Liberation Sans"/>
                <a:ea typeface="Liberation Sans"/>
                <a:cs typeface="Liberation Sans"/>
              </a:defRPr>
            </a:pPr>
            <a:r>
              <a:rPr sz="1200" b="0" i="0">
                <a:solidFill>
                  <a:srgbClr val="F4F6F7"/>
                </a:solidFill>
                <a:latin typeface="Liberation Sans"/>
                <a:ea typeface="Liberation Sans"/>
                <a:cs typeface="Liberation Sans"/>
              </a:rPr>
              <a:t>public static double getReviewScore(String reviewText)</a:t>
            </a:r>
          </a:p>
        </p:txBody>
      </p:sp>
      <p:sp>
        <p:nvSpPr>
          <p:cNvPr id="12" name="">
            <a:extLst xmlns:a="http://schemas.openxmlformats.org/drawingml/2006/main">
              <a:ext uri="{FF2B5EF4-FFF2-40B4-BE49-F238E27FC236}">
                <a16:creationId xmlns:a16="http://schemas.microsoft.com/office/drawing/2014/main" id="{AFC10CA5-71F4-4253-902F-58A57BDEC83B}"/>
              </a:ext>
            </a:extLst>
          </p:cNvPr>
          <p:cNvSpPr>
            <a:spLocks xmlns:a="http://schemas.openxmlformats.org/drawingml/2006/main" noGrp="1"/>
          </p:cNvSpPr>
          <p:nvPr/>
        </p:nvSpPr>
        <p:spPr>
          <a:xfrm xmlns:a="http://schemas.openxmlformats.org/drawingml/2006/main">
            <a:off x="6553200" y="147637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i="0">
                <a:solidFill>
                  <a:srgbClr val="10243A"/>
                </a:solidFill>
                <a:latin typeface="Liberation Sans"/>
                <a:ea typeface="Liberation Sans"/>
                <a:cs typeface="Liberation Sans"/>
              </a:defRPr>
            </a:defPPr>
            <a:lvl1pPr algn="l">
              <a:defRPr sz="1875" b="1" i="0">
                <a:solidFill>
                  <a:srgbClr val="10243A"/>
                </a:solidFill>
                <a:latin typeface="Liberation Sans"/>
                <a:ea typeface="Liberation Sans"/>
                <a:cs typeface="Liberation Sans"/>
              </a:defRPr>
            </a:lvl1pPr>
            <a:lvl2pPr algn="l">
              <a:defRPr sz="1875" b="1" i="0">
                <a:solidFill>
                  <a:srgbClr val="10243A"/>
                </a:solidFill>
                <a:latin typeface="Liberation Sans"/>
                <a:ea typeface="Liberation Sans"/>
                <a:cs typeface="Liberation Sans"/>
              </a:defRPr>
            </a:lvl2pPr>
            <a:lvl3pPr algn="l">
              <a:defRPr sz="1875" b="1" i="0">
                <a:solidFill>
                  <a:srgbClr val="10243A"/>
                </a:solidFill>
                <a:latin typeface="Liberation Sans"/>
                <a:ea typeface="Liberation Sans"/>
                <a:cs typeface="Liberation Sans"/>
              </a:defRPr>
            </a:lvl3pPr>
            <a:lvl4pPr algn="l">
              <a:defRPr sz="1875" b="1" i="0">
                <a:solidFill>
                  <a:srgbClr val="10243A"/>
                </a:solidFill>
                <a:latin typeface="Liberation Sans"/>
                <a:ea typeface="Liberation Sans"/>
                <a:cs typeface="Liberation Sans"/>
              </a:defRPr>
            </a:lvl4pPr>
            <a:lvl5pPr algn="l">
              <a:defRPr sz="1875" b="1" i="0">
                <a:solidFill>
                  <a:srgbClr val="10243A"/>
                </a:solidFill>
                <a:latin typeface="Liberation Sans"/>
                <a:ea typeface="Liberation Sans"/>
                <a:cs typeface="Liberation Sans"/>
              </a:defRPr>
            </a:lvl5pPr>
            <a:lvl6pPr algn="l">
              <a:defRPr sz="1875" b="1" i="0">
                <a:solidFill>
                  <a:srgbClr val="10243A"/>
                </a:solidFill>
                <a:latin typeface="Liberation Sans"/>
                <a:ea typeface="Liberation Sans"/>
                <a:cs typeface="Liberation Sans"/>
              </a:defRPr>
            </a:lvl6pPr>
            <a:lvl7pPr algn="l">
              <a:defRPr sz="1875" b="1" i="0">
                <a:solidFill>
                  <a:srgbClr val="10243A"/>
                </a:solidFill>
                <a:latin typeface="Liberation Sans"/>
                <a:ea typeface="Liberation Sans"/>
                <a:cs typeface="Liberation Sans"/>
              </a:defRPr>
            </a:lvl7pPr>
            <a:lvl8pPr algn="l">
              <a:defRPr sz="1875" b="1" i="0">
                <a:solidFill>
                  <a:srgbClr val="10243A"/>
                </a:solidFill>
                <a:latin typeface="Liberation Sans"/>
                <a:ea typeface="Liberation Sans"/>
                <a:cs typeface="Liberation Sans"/>
              </a:defRPr>
            </a:lvl8pPr>
            <a:lvl9pPr algn="l">
              <a:defRPr sz="1875" b="1" i="0">
                <a:solidFill>
                  <a:srgbClr val="10243A"/>
                </a:solidFill>
                <a:latin typeface="Liberation Sans"/>
                <a:ea typeface="Liberation Sans"/>
                <a:cs typeface="Liberation Sans"/>
              </a:defRPr>
            </a:lvl9pPr>
          </a:lstStyle>
          <a:p xmlns:a="http://schemas.openxmlformats.org/drawingml/2006/main">
            <a:pPr algn="l">
              <a:defRPr sz="1875" b="1" i="0">
                <a:solidFill>
                  <a:srgbClr val="10243A"/>
                </a:solidFill>
                <a:latin typeface="Liberation Sans"/>
                <a:ea typeface="Liberation Sans"/>
                <a:cs typeface="Liberation Sans"/>
              </a:defRPr>
            </a:pPr>
            <a:r>
              <a:rPr sz="1875" b="1" i="0">
                <a:solidFill>
                  <a:srgbClr val="10243A"/>
                </a:solidFill>
                <a:latin typeface="Liberation Sans"/>
                <a:ea typeface="Liberation Sans"/>
                <a:cs typeface="Liberation Sans"/>
              </a:rPr>
              <a:t>String methods used</a:t>
            </a:r>
          </a:p>
        </p:txBody>
      </p:sp>
      <p:sp>
        <p:nvSpPr>
          <p:cNvPr id="13" name="">
            <a:extLst xmlns:a="http://schemas.openxmlformats.org/drawingml/2006/main">
              <a:ext uri="{FF2B5EF4-FFF2-40B4-BE49-F238E27FC236}">
                <a16:creationId xmlns:a16="http://schemas.microsoft.com/office/drawing/2014/main" id="{26741CDD-70F3-4286-A45B-8BBCBFE835E1}"/>
              </a:ext>
            </a:extLst>
          </p:cNvPr>
          <p:cNvSpPr>
            <a:spLocks xmlns:a="http://schemas.openxmlformats.org/drawingml/2006/main" noGrp="1"/>
          </p:cNvSpPr>
          <p:nvPr/>
        </p:nvSpPr>
        <p:spPr>
          <a:xfrm xmlns:a="http://schemas.openxmlformats.org/drawingml/2006/main">
            <a:off x="6553200" y="1933575"/>
            <a:ext cx="4762500" cy="2514600"/>
          </a:xfrm>
          <a:prstGeom xmlns:a="http://schemas.openxmlformats.org/drawingml/2006/main" prst="rect">
            <a:avLst/>
          </a:prstGeom>
          <a:solidFill xmlns:a="http://schemas.openxmlformats.org/drawingml/2006/main">
            <a:srgbClr val="10243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E6B1E74-1677-4DF8-B56E-23CDB6DCE00A}"/>
              </a:ext>
            </a:extLst>
          </p:cNvPr>
          <p:cNvSpPr>
            <a:spLocks xmlns:a="http://schemas.openxmlformats.org/drawingml/2006/main" noGrp="1"/>
          </p:cNvSpPr>
          <p:nvPr/>
        </p:nvSpPr>
        <p:spPr>
          <a:xfrm xmlns:a="http://schemas.openxmlformats.org/drawingml/2006/main">
            <a:off x="6743700" y="2085975"/>
            <a:ext cx="43815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F4F6F7"/>
                </a:solidFill>
                <a:latin typeface="Liberation Sans"/>
                <a:ea typeface="Liberation Sans"/>
                <a:cs typeface="Liberation Sans"/>
              </a:defRPr>
            </a:defPPr>
            <a:lvl1pPr algn="l">
              <a:defRPr sz="1425" b="0" i="0">
                <a:solidFill>
                  <a:srgbClr val="F4F6F7"/>
                </a:solidFill>
                <a:latin typeface="Liberation Sans"/>
                <a:ea typeface="Liberation Sans"/>
                <a:cs typeface="Liberation Sans"/>
              </a:defRPr>
            </a:lvl1pPr>
            <a:lvl2pPr algn="l">
              <a:defRPr sz="1425" b="0" i="0">
                <a:solidFill>
                  <a:srgbClr val="F4F6F7"/>
                </a:solidFill>
                <a:latin typeface="Liberation Sans"/>
                <a:ea typeface="Liberation Sans"/>
                <a:cs typeface="Liberation Sans"/>
              </a:defRPr>
            </a:lvl2pPr>
            <a:lvl3pPr algn="l">
              <a:defRPr sz="1425" b="0" i="0">
                <a:solidFill>
                  <a:srgbClr val="F4F6F7"/>
                </a:solidFill>
                <a:latin typeface="Liberation Sans"/>
                <a:ea typeface="Liberation Sans"/>
                <a:cs typeface="Liberation Sans"/>
              </a:defRPr>
            </a:lvl3pPr>
            <a:lvl4pPr algn="l">
              <a:defRPr sz="1425" b="0" i="0">
                <a:solidFill>
                  <a:srgbClr val="F4F6F7"/>
                </a:solidFill>
                <a:latin typeface="Liberation Sans"/>
                <a:ea typeface="Liberation Sans"/>
                <a:cs typeface="Liberation Sans"/>
              </a:defRPr>
            </a:lvl4pPr>
            <a:lvl5pPr algn="l">
              <a:defRPr sz="1425" b="0" i="0">
                <a:solidFill>
                  <a:srgbClr val="F4F6F7"/>
                </a:solidFill>
                <a:latin typeface="Liberation Sans"/>
                <a:ea typeface="Liberation Sans"/>
                <a:cs typeface="Liberation Sans"/>
              </a:defRPr>
            </a:lvl5pPr>
            <a:lvl6pPr algn="l">
              <a:defRPr sz="1425" b="0" i="0">
                <a:solidFill>
                  <a:srgbClr val="F4F6F7"/>
                </a:solidFill>
                <a:latin typeface="Liberation Sans"/>
                <a:ea typeface="Liberation Sans"/>
                <a:cs typeface="Liberation Sans"/>
              </a:defRPr>
            </a:lvl6pPr>
            <a:lvl7pPr algn="l">
              <a:defRPr sz="1425" b="0" i="0">
                <a:solidFill>
                  <a:srgbClr val="F4F6F7"/>
                </a:solidFill>
                <a:latin typeface="Liberation Sans"/>
                <a:ea typeface="Liberation Sans"/>
                <a:cs typeface="Liberation Sans"/>
              </a:defRPr>
            </a:lvl7pPr>
            <a:lvl8pPr algn="l">
              <a:defRPr sz="1425" b="0" i="0">
                <a:solidFill>
                  <a:srgbClr val="F4F6F7"/>
                </a:solidFill>
                <a:latin typeface="Liberation Sans"/>
                <a:ea typeface="Liberation Sans"/>
                <a:cs typeface="Liberation Sans"/>
              </a:defRPr>
            </a:lvl8pPr>
            <a:lvl9pPr algn="l">
              <a:defRPr sz="1425" b="0" i="0">
                <a:solidFill>
                  <a:srgbClr val="F4F6F7"/>
                </a:solidFill>
                <a:latin typeface="Liberation Sans"/>
                <a:ea typeface="Liberation Sans"/>
                <a:cs typeface="Liberation Sans"/>
              </a:defRPr>
            </a:lvl9pPr>
          </a:lstStyle>
          <a:p xmlns:a="http://schemas.openxmlformats.org/drawingml/2006/main">
            <a:pPr algn="l">
              <a:lnSpc>
                <a:spcPct val="115000"/>
              </a:lnSpc>
              <a:buNone/>
              <a:defRPr sz="1425" b="0" i="0">
                <a:solidFill>
                  <a:srgbClr val="F4F6F7"/>
                </a:solidFill>
                <a:latin typeface="Liberation Sans"/>
                <a:ea typeface="Liberation Sans"/>
                <a:cs typeface="Liberation Sans"/>
              </a:defRPr>
            </a:pPr>
            <a:r>
              <a:rPr sz="1425" b="0" i="0">
                <a:solidFill>
                  <a:srgbClr val="F4F6F7"/>
                </a:solidFill>
                <a:latin typeface="Liberation Sans"/>
                <a:ea typeface="Liberation Sans"/>
                <a:cs typeface="Liberation Sans"/>
              </a:rPr>
              <a:t>reviewText.toLowerCase()</a:t>
            </a:r>
          </a:p>
          <a:p xmlns:a="http://schemas.openxmlformats.org/drawingml/2006/main">
            <a:pPr algn="l">
              <a:lnSpc>
                <a:spcPct val="115000"/>
              </a:lnSpc>
              <a:buNone/>
              <a:defRPr sz="1425" b="0" i="0">
                <a:solidFill>
                  <a:srgbClr val="F4F6F7"/>
                </a:solidFill>
                <a:latin typeface="Liberation Sans"/>
                <a:ea typeface="Liberation Sans"/>
                <a:cs typeface="Liberation Sans"/>
              </a:defRPr>
            </a:pPr>
            <a:r>
              <a:rPr sz="1425" b="0" i="0">
                <a:solidFill>
                  <a:srgbClr val="F4F6F7"/>
                </a:solidFill>
                <a:latin typeface="Liberation Sans"/>
                <a:ea typeface="Liberation Sans"/>
                <a:cs typeface="Liberation Sans"/>
              </a:rPr>
              <a:t>reviewText.split("\s+")</a:t>
            </a:r>
          </a:p>
          <a:p xmlns:a="http://schemas.openxmlformats.org/drawingml/2006/main">
            <a:pPr algn="l">
              <a:lnSpc>
                <a:spcPct val="115000"/>
              </a:lnSpc>
              <a:buNone/>
              <a:defRPr sz="1425" b="0" i="0">
                <a:solidFill>
                  <a:srgbClr val="F4F6F7"/>
                </a:solidFill>
                <a:latin typeface="Liberation Sans"/>
                <a:ea typeface="Liberation Sans"/>
                <a:cs typeface="Liberation Sans"/>
              </a:defRPr>
            </a:pPr>
            <a:r>
              <a:rPr sz="1425" b="0" i="0">
                <a:solidFill>
                  <a:srgbClr val="F4F6F7"/>
                </a:solidFill>
                <a:latin typeface="Liberation Sans"/>
                <a:ea typeface="Liberation Sans"/>
                <a:cs typeface="Liberation Sans"/>
              </a:rPr>
              <a:t>reviewText.trim()</a:t>
            </a:r>
          </a:p>
          <a:p xmlns:a="http://schemas.openxmlformats.org/drawingml/2006/main">
            <a:pPr algn="l">
              <a:lnSpc>
                <a:spcPct val="115000"/>
              </a:lnSpc>
              <a:buNone/>
              <a:defRPr sz="1425" b="0" i="0">
                <a:solidFill>
                  <a:srgbClr val="F4F6F7"/>
                </a:solidFill>
                <a:latin typeface="Liberation Sans"/>
                <a:ea typeface="Liberation Sans"/>
                <a:cs typeface="Liberation Sans"/>
              </a:defRPr>
            </a:pPr>
            <a:r>
              <a:rPr sz="1425" b="0" i="0">
                <a:solidFill>
                  <a:srgbClr val="F4F6F7"/>
                </a:solidFill>
                <a:latin typeface="Liberation Sans"/>
                <a:ea typeface="Liberation Sans"/>
                <a:cs typeface="Liberation Sans"/>
              </a:rPr>
              <a:t>word.length()</a:t>
            </a:r>
          </a:p>
          <a:p xmlns:a="http://schemas.openxmlformats.org/drawingml/2006/main">
            <a:pPr algn="l">
              <a:lnSpc>
                <a:spcPct val="115000"/>
              </a:lnSpc>
              <a:buNone/>
              <a:defRPr sz="1425" b="0" i="0">
                <a:solidFill>
                  <a:srgbClr val="F4F6F7"/>
                </a:solidFill>
                <a:latin typeface="Liberation Sans"/>
                <a:ea typeface="Liberation Sans"/>
                <a:cs typeface="Liberation Sans"/>
              </a:defRPr>
            </a:pPr>
            <a:r>
              <a:rPr sz="1425" b="0" i="0">
                <a:solidFill>
                  <a:srgbClr val="F4F6F7"/>
                </a:solidFill>
                <a:latin typeface="Liberation Sans"/>
                <a:ea typeface="Liberation Sans"/>
                <a:cs typeface="Liberation Sans"/>
              </a:rPr>
              <a:t>dateText.substring(0, 10)</a:t>
            </a:r>
          </a:p>
          <a:p xmlns:a="http://schemas.openxmlformats.org/drawingml/2006/main">
            <a:pPr algn="l">
              <a:lnSpc>
                <a:spcPct val="115000"/>
              </a:lnSpc>
              <a:buNone/>
              <a:defRPr sz="1425" b="0" i="0">
                <a:solidFill>
                  <a:srgbClr val="F4F6F7"/>
                </a:solidFill>
                <a:latin typeface="Liberation Sans"/>
                <a:ea typeface="Liberation Sans"/>
                <a:cs typeface="Liberation Sans"/>
              </a:defRPr>
            </a:pPr>
            <a:r>
              <a:rPr sz="1425" b="0" i="0">
                <a:solidFill>
                  <a:srgbClr val="F4F6F7"/>
                </a:solidFill>
                <a:latin typeface="Liberation Sans"/>
                <a:ea typeface="Liberation Sans"/>
                <a:cs typeface="Liberation Sans"/>
              </a:rPr>
              <a:t>productID.equals("")</a:t>
            </a:r>
          </a:p>
        </p:txBody>
      </p:sp>
      <p:sp>
        <p:nvSpPr>
          <p:cNvPr id="15" name="">
            <a:extLst xmlns:a="http://schemas.openxmlformats.org/drawingml/2006/main">
              <a:ext uri="{FF2B5EF4-FFF2-40B4-BE49-F238E27FC236}">
                <a16:creationId xmlns:a16="http://schemas.microsoft.com/office/drawing/2014/main" id="{7C0220B9-BF37-45B1-B5DE-14D7CCC431DE}"/>
              </a:ext>
            </a:extLst>
          </p:cNvPr>
          <p:cNvSpPr>
            <a:spLocks xmlns:a="http://schemas.openxmlformats.org/drawingml/2006/main" noGrp="1"/>
          </p:cNvSpPr>
          <p:nvPr/>
        </p:nvSpPr>
        <p:spPr>
          <a:xfrm xmlns:a="http://schemas.openxmlformats.org/drawingml/2006/main">
            <a:off x="6591300" y="4752975"/>
            <a:ext cx="95250" cy="95250"/>
          </a:xfrm>
          <a:prstGeom xmlns:a="http://schemas.openxmlformats.org/drawingml/2006/main" prst="ellipse">
            <a:avLst/>
          </a:prstGeom>
          <a:solidFill xmlns:a="http://schemas.openxmlformats.org/drawingml/2006/main">
            <a:srgbClr val="E6864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750FF74-1BF0-4FA3-B3B9-3C6532D49312}"/>
              </a:ext>
            </a:extLst>
          </p:cNvPr>
          <p:cNvSpPr>
            <a:spLocks xmlns:a="http://schemas.openxmlformats.org/drawingml/2006/main" noGrp="1"/>
          </p:cNvSpPr>
          <p:nvPr/>
        </p:nvSpPr>
        <p:spPr>
          <a:xfrm xmlns:a="http://schemas.openxmlformats.org/drawingml/2006/main">
            <a:off x="6819900" y="4676775"/>
            <a:ext cx="457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182B45"/>
                </a:solidFill>
                <a:latin typeface="Liberation Sans"/>
                <a:ea typeface="Liberation Sans"/>
                <a:cs typeface="Liberation Sans"/>
              </a:defRPr>
            </a:defPPr>
            <a:lvl1pPr algn="l">
              <a:defRPr sz="1350" b="0" i="0">
                <a:solidFill>
                  <a:srgbClr val="182B45"/>
                </a:solidFill>
                <a:latin typeface="Liberation Sans"/>
                <a:ea typeface="Liberation Sans"/>
                <a:cs typeface="Liberation Sans"/>
              </a:defRPr>
            </a:lvl1pPr>
            <a:lvl2pPr algn="l">
              <a:defRPr sz="1350" b="0" i="0">
                <a:solidFill>
                  <a:srgbClr val="182B45"/>
                </a:solidFill>
                <a:latin typeface="Liberation Sans"/>
                <a:ea typeface="Liberation Sans"/>
                <a:cs typeface="Liberation Sans"/>
              </a:defRPr>
            </a:lvl2pPr>
            <a:lvl3pPr algn="l">
              <a:defRPr sz="1350" b="0" i="0">
                <a:solidFill>
                  <a:srgbClr val="182B45"/>
                </a:solidFill>
                <a:latin typeface="Liberation Sans"/>
                <a:ea typeface="Liberation Sans"/>
                <a:cs typeface="Liberation Sans"/>
              </a:defRPr>
            </a:lvl3pPr>
            <a:lvl4pPr algn="l">
              <a:defRPr sz="1350" b="0" i="0">
                <a:solidFill>
                  <a:srgbClr val="182B45"/>
                </a:solidFill>
                <a:latin typeface="Liberation Sans"/>
                <a:ea typeface="Liberation Sans"/>
                <a:cs typeface="Liberation Sans"/>
              </a:defRPr>
            </a:lvl4pPr>
            <a:lvl5pPr algn="l">
              <a:defRPr sz="1350" b="0" i="0">
                <a:solidFill>
                  <a:srgbClr val="182B45"/>
                </a:solidFill>
                <a:latin typeface="Liberation Sans"/>
                <a:ea typeface="Liberation Sans"/>
                <a:cs typeface="Liberation Sans"/>
              </a:defRPr>
            </a:lvl5pPr>
            <a:lvl6pPr algn="l">
              <a:defRPr sz="1350" b="0" i="0">
                <a:solidFill>
                  <a:srgbClr val="182B45"/>
                </a:solidFill>
                <a:latin typeface="Liberation Sans"/>
                <a:ea typeface="Liberation Sans"/>
                <a:cs typeface="Liberation Sans"/>
              </a:defRPr>
            </a:lvl6pPr>
            <a:lvl7pPr algn="l">
              <a:defRPr sz="1350" b="0" i="0">
                <a:solidFill>
                  <a:srgbClr val="182B45"/>
                </a:solidFill>
                <a:latin typeface="Liberation Sans"/>
                <a:ea typeface="Liberation Sans"/>
                <a:cs typeface="Liberation Sans"/>
              </a:defRPr>
            </a:lvl7pPr>
            <a:lvl8pPr algn="l">
              <a:defRPr sz="1350" b="0" i="0">
                <a:solidFill>
                  <a:srgbClr val="182B45"/>
                </a:solidFill>
                <a:latin typeface="Liberation Sans"/>
                <a:ea typeface="Liberation Sans"/>
                <a:cs typeface="Liberation Sans"/>
              </a:defRPr>
            </a:lvl8pPr>
            <a:lvl9pPr algn="l">
              <a:defRPr sz="1350" b="0" i="0">
                <a:solidFill>
                  <a:srgbClr val="182B45"/>
                </a:solidFill>
                <a:latin typeface="Liberation Sans"/>
                <a:ea typeface="Liberation Sans"/>
                <a:cs typeface="Liberation Sans"/>
              </a:defRPr>
            </a:lvl9pPr>
          </a:lstStyle>
          <a:p xmlns:a="http://schemas.openxmlformats.org/drawingml/2006/main">
            <a:pPr algn="l">
              <a:defRPr sz="1350" b="0" i="0">
                <a:solidFill>
                  <a:srgbClr val="182B45"/>
                </a:solidFill>
                <a:latin typeface="Liberation Sans"/>
                <a:ea typeface="Liberation Sans"/>
                <a:cs typeface="Liberation Sans"/>
              </a:defRPr>
            </a:pPr>
            <a:r>
              <a:rPr sz="1350" b="0" i="0">
                <a:solidFill>
                  <a:srgbClr val="182B45"/>
                </a:solidFill>
                <a:latin typeface="Liberation Sans"/>
                <a:ea typeface="Liberation Sans"/>
                <a:cs typeface="Liberation Sans"/>
              </a:rPr>
              <a:t>Each call acts on a String and returns or checks text.</a:t>
            </a:r>
          </a:p>
        </p:txBody>
      </p:sp>
      <p:sp>
        <p:nvSpPr>
          <p:cNvPr id="17" name="">
            <a:extLst xmlns:a="http://schemas.openxmlformats.org/drawingml/2006/main">
              <a:ext uri="{FF2B5EF4-FFF2-40B4-BE49-F238E27FC236}">
                <a16:creationId xmlns:a16="http://schemas.microsoft.com/office/drawing/2014/main" id="{2112E78F-B716-4E0E-A23F-5D745A501A24}"/>
              </a:ext>
            </a:extLst>
          </p:cNvPr>
          <p:cNvSpPr>
            <a:spLocks xmlns:a="http://schemas.openxmlformats.org/drawingml/2006/main" noGrp="1"/>
          </p:cNvSpPr>
          <p:nvPr/>
        </p:nvSpPr>
        <p:spPr>
          <a:xfrm xmlns:a="http://schemas.openxmlformats.org/drawingml/2006/main">
            <a:off x="6591300" y="5267325"/>
            <a:ext cx="95250" cy="95250"/>
          </a:xfrm>
          <a:prstGeom xmlns:a="http://schemas.openxmlformats.org/drawingml/2006/main" prst="ellipse">
            <a:avLst/>
          </a:prstGeom>
          <a:solidFill xmlns:a="http://schemas.openxmlformats.org/drawingml/2006/main">
            <a:srgbClr val="E6864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8A4605B-D27B-4FEB-ABD0-98028FE1D4C0}"/>
              </a:ext>
            </a:extLst>
          </p:cNvPr>
          <p:cNvSpPr>
            <a:spLocks xmlns:a="http://schemas.openxmlformats.org/drawingml/2006/main" noGrp="1"/>
          </p:cNvSpPr>
          <p:nvPr/>
        </p:nvSpPr>
        <p:spPr>
          <a:xfrm xmlns:a="http://schemas.openxmlformats.org/drawingml/2006/main">
            <a:off x="6819900" y="5191125"/>
            <a:ext cx="457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182B45"/>
                </a:solidFill>
                <a:latin typeface="Liberation Sans"/>
                <a:ea typeface="Liberation Sans"/>
                <a:cs typeface="Liberation Sans"/>
              </a:defRPr>
            </a:defPPr>
            <a:lvl1pPr algn="l">
              <a:defRPr sz="1350" b="0" i="0">
                <a:solidFill>
                  <a:srgbClr val="182B45"/>
                </a:solidFill>
                <a:latin typeface="Liberation Sans"/>
                <a:ea typeface="Liberation Sans"/>
                <a:cs typeface="Liberation Sans"/>
              </a:defRPr>
            </a:lvl1pPr>
            <a:lvl2pPr algn="l">
              <a:defRPr sz="1350" b="0" i="0">
                <a:solidFill>
                  <a:srgbClr val="182B45"/>
                </a:solidFill>
                <a:latin typeface="Liberation Sans"/>
                <a:ea typeface="Liberation Sans"/>
                <a:cs typeface="Liberation Sans"/>
              </a:defRPr>
            </a:lvl2pPr>
            <a:lvl3pPr algn="l">
              <a:defRPr sz="1350" b="0" i="0">
                <a:solidFill>
                  <a:srgbClr val="182B45"/>
                </a:solidFill>
                <a:latin typeface="Liberation Sans"/>
                <a:ea typeface="Liberation Sans"/>
                <a:cs typeface="Liberation Sans"/>
              </a:defRPr>
            </a:lvl3pPr>
            <a:lvl4pPr algn="l">
              <a:defRPr sz="1350" b="0" i="0">
                <a:solidFill>
                  <a:srgbClr val="182B45"/>
                </a:solidFill>
                <a:latin typeface="Liberation Sans"/>
                <a:ea typeface="Liberation Sans"/>
                <a:cs typeface="Liberation Sans"/>
              </a:defRPr>
            </a:lvl4pPr>
            <a:lvl5pPr algn="l">
              <a:defRPr sz="1350" b="0" i="0">
                <a:solidFill>
                  <a:srgbClr val="182B45"/>
                </a:solidFill>
                <a:latin typeface="Liberation Sans"/>
                <a:ea typeface="Liberation Sans"/>
                <a:cs typeface="Liberation Sans"/>
              </a:defRPr>
            </a:lvl5pPr>
            <a:lvl6pPr algn="l">
              <a:defRPr sz="1350" b="0" i="0">
                <a:solidFill>
                  <a:srgbClr val="182B45"/>
                </a:solidFill>
                <a:latin typeface="Liberation Sans"/>
                <a:ea typeface="Liberation Sans"/>
                <a:cs typeface="Liberation Sans"/>
              </a:defRPr>
            </a:lvl6pPr>
            <a:lvl7pPr algn="l">
              <a:defRPr sz="1350" b="0" i="0">
                <a:solidFill>
                  <a:srgbClr val="182B45"/>
                </a:solidFill>
                <a:latin typeface="Liberation Sans"/>
                <a:ea typeface="Liberation Sans"/>
                <a:cs typeface="Liberation Sans"/>
              </a:defRPr>
            </a:lvl7pPr>
            <a:lvl8pPr algn="l">
              <a:defRPr sz="1350" b="0" i="0">
                <a:solidFill>
                  <a:srgbClr val="182B45"/>
                </a:solidFill>
                <a:latin typeface="Liberation Sans"/>
                <a:ea typeface="Liberation Sans"/>
                <a:cs typeface="Liberation Sans"/>
              </a:defRPr>
            </a:lvl8pPr>
            <a:lvl9pPr algn="l">
              <a:defRPr sz="1350" b="0" i="0">
                <a:solidFill>
                  <a:srgbClr val="182B45"/>
                </a:solidFill>
                <a:latin typeface="Liberation Sans"/>
                <a:ea typeface="Liberation Sans"/>
                <a:cs typeface="Liberation Sans"/>
              </a:defRPr>
            </a:lvl9pPr>
          </a:lstStyle>
          <a:p xmlns:a="http://schemas.openxmlformats.org/drawingml/2006/main">
            <a:pPr algn="l">
              <a:defRPr sz="1350" b="0" i="0">
                <a:solidFill>
                  <a:srgbClr val="182B45"/>
                </a:solidFill>
                <a:latin typeface="Liberation Sans"/>
                <a:ea typeface="Liberation Sans"/>
                <a:cs typeface="Liberation Sans"/>
              </a:defRPr>
            </a:pPr>
            <a:r>
              <a:rPr sz="1350" b="0" i="0">
                <a:solidFill>
                  <a:srgbClr val="182B45"/>
                </a:solidFill>
                <a:latin typeface="Liberation Sans"/>
                <a:ea typeface="Liberation Sans"/>
                <a:cs typeface="Liberation Sans"/>
              </a:rPr>
              <a:t>The documented parameter is the review text passed into the method.</a:t>
            </a:r>
          </a:p>
        </p:txBody>
      </p:sp>
      <p:sp>
        <p:nvSpPr>
          <p:cNvPr id="19" name="">
            <a:extLst xmlns:a="http://schemas.openxmlformats.org/drawingml/2006/main">
              <a:ext uri="{FF2B5EF4-FFF2-40B4-BE49-F238E27FC236}">
                <a16:creationId xmlns:a16="http://schemas.microsoft.com/office/drawing/2014/main" id="{CBB827F3-64D6-4463-89F0-B8AF285CDD6E}"/>
              </a:ext>
            </a:extLst>
          </p:cNvPr>
          <p:cNvSpPr>
            <a:spLocks xmlns:a="http://schemas.openxmlformats.org/drawingml/2006/main" noGrp="1"/>
          </p:cNvSpPr>
          <p:nvPr/>
        </p:nvSpPr>
        <p:spPr>
          <a:xfrm xmlns:a="http://schemas.openxmlformats.org/drawingml/2006/main">
            <a:off x="6591300" y="5781675"/>
            <a:ext cx="95250" cy="95250"/>
          </a:xfrm>
          <a:prstGeom xmlns:a="http://schemas.openxmlformats.org/drawingml/2006/main" prst="ellipse">
            <a:avLst/>
          </a:prstGeom>
          <a:solidFill xmlns:a="http://schemas.openxmlformats.org/drawingml/2006/main">
            <a:srgbClr val="E6864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152F724-C5C2-448F-BC5A-8FF440437BE9}"/>
              </a:ext>
            </a:extLst>
          </p:cNvPr>
          <p:cNvSpPr>
            <a:spLocks xmlns:a="http://schemas.openxmlformats.org/drawingml/2006/main" noGrp="1"/>
          </p:cNvSpPr>
          <p:nvPr/>
        </p:nvSpPr>
        <p:spPr>
          <a:xfrm xmlns:a="http://schemas.openxmlformats.org/drawingml/2006/main">
            <a:off x="6819900" y="5705475"/>
            <a:ext cx="457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182B45"/>
                </a:solidFill>
                <a:latin typeface="Liberation Sans"/>
                <a:ea typeface="Liberation Sans"/>
                <a:cs typeface="Liberation Sans"/>
              </a:defRPr>
            </a:defPPr>
            <a:lvl1pPr algn="l">
              <a:defRPr sz="1350" b="0" i="0">
                <a:solidFill>
                  <a:srgbClr val="182B45"/>
                </a:solidFill>
                <a:latin typeface="Liberation Sans"/>
                <a:ea typeface="Liberation Sans"/>
                <a:cs typeface="Liberation Sans"/>
              </a:defRPr>
            </a:lvl1pPr>
            <a:lvl2pPr algn="l">
              <a:defRPr sz="1350" b="0" i="0">
                <a:solidFill>
                  <a:srgbClr val="182B45"/>
                </a:solidFill>
                <a:latin typeface="Liberation Sans"/>
                <a:ea typeface="Liberation Sans"/>
                <a:cs typeface="Liberation Sans"/>
              </a:defRPr>
            </a:lvl2pPr>
            <a:lvl3pPr algn="l">
              <a:defRPr sz="1350" b="0" i="0">
                <a:solidFill>
                  <a:srgbClr val="182B45"/>
                </a:solidFill>
                <a:latin typeface="Liberation Sans"/>
                <a:ea typeface="Liberation Sans"/>
                <a:cs typeface="Liberation Sans"/>
              </a:defRPr>
            </a:lvl3pPr>
            <a:lvl4pPr algn="l">
              <a:defRPr sz="1350" b="0" i="0">
                <a:solidFill>
                  <a:srgbClr val="182B45"/>
                </a:solidFill>
                <a:latin typeface="Liberation Sans"/>
                <a:ea typeface="Liberation Sans"/>
                <a:cs typeface="Liberation Sans"/>
              </a:defRPr>
            </a:lvl4pPr>
            <a:lvl5pPr algn="l">
              <a:defRPr sz="1350" b="0" i="0">
                <a:solidFill>
                  <a:srgbClr val="182B45"/>
                </a:solidFill>
                <a:latin typeface="Liberation Sans"/>
                <a:ea typeface="Liberation Sans"/>
                <a:cs typeface="Liberation Sans"/>
              </a:defRPr>
            </a:lvl5pPr>
            <a:lvl6pPr algn="l">
              <a:defRPr sz="1350" b="0" i="0">
                <a:solidFill>
                  <a:srgbClr val="182B45"/>
                </a:solidFill>
                <a:latin typeface="Liberation Sans"/>
                <a:ea typeface="Liberation Sans"/>
                <a:cs typeface="Liberation Sans"/>
              </a:defRPr>
            </a:lvl6pPr>
            <a:lvl7pPr algn="l">
              <a:defRPr sz="1350" b="0" i="0">
                <a:solidFill>
                  <a:srgbClr val="182B45"/>
                </a:solidFill>
                <a:latin typeface="Liberation Sans"/>
                <a:ea typeface="Liberation Sans"/>
                <a:cs typeface="Liberation Sans"/>
              </a:defRPr>
            </a:lvl7pPr>
            <a:lvl8pPr algn="l">
              <a:defRPr sz="1350" b="0" i="0">
                <a:solidFill>
                  <a:srgbClr val="182B45"/>
                </a:solidFill>
                <a:latin typeface="Liberation Sans"/>
                <a:ea typeface="Liberation Sans"/>
                <a:cs typeface="Liberation Sans"/>
              </a:defRPr>
            </a:lvl8pPr>
            <a:lvl9pPr algn="l">
              <a:defRPr sz="1350" b="0" i="0">
                <a:solidFill>
                  <a:srgbClr val="182B45"/>
                </a:solidFill>
                <a:latin typeface="Liberation Sans"/>
                <a:ea typeface="Liberation Sans"/>
                <a:cs typeface="Liberation Sans"/>
              </a:defRPr>
            </a:lvl9pPr>
          </a:lstStyle>
          <a:p xmlns:a="http://schemas.openxmlformats.org/drawingml/2006/main">
            <a:pPr algn="l">
              <a:defRPr sz="1350" b="0" i="0">
                <a:solidFill>
                  <a:srgbClr val="182B45"/>
                </a:solidFill>
                <a:latin typeface="Liberation Sans"/>
                <a:ea typeface="Liberation Sans"/>
                <a:cs typeface="Liberation Sans"/>
              </a:defRPr>
            </a:pPr>
            <a:r>
              <a:rPr sz="1350" b="0" i="0">
                <a:solidFill>
                  <a:srgbClr val="182B45"/>
                </a:solidFill>
                <a:latin typeface="Liberation Sans"/>
                <a:ea typeface="Liberation Sans"/>
                <a:cs typeface="Liberation Sans"/>
              </a:rPr>
              <a:t>The helper is static, so main can call it without creating a ReviewRunner object.</a:t>
            </a:r>
          </a:p>
        </p:txBody>
      </p:sp>
    </p:spTree>
    <p:extLst>
      <p:ext uri="{BB962C8B-B14F-4D97-AF65-F5344CB8AC3E}">
        <p14:creationId xmlns:p14="http://schemas.microsoft.com/office/powerpoint/2010/main" val="1413016040"/>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D574AE6-05E4-4C23-BA60-E439D7CA0729}"/>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34877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7FC9D1F-18A5-49F2-852F-EFA6B8C3E58B}"/>
              </a:ext>
            </a:extLst>
          </p:cNvPr>
          <p:cNvSpPr>
            <a:spLocks xmlns:a="http://schemas.openxmlformats.org/drawingml/2006/main" noGrp="1"/>
          </p:cNvSpPr>
          <p:nvPr/>
        </p:nvSpPr>
        <p:spPr>
          <a:xfrm xmlns:a="http://schemas.openxmlformats.org/drawingml/2006/main">
            <a:off x="685800" y="457200"/>
            <a:ext cx="1076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i="0">
                <a:solidFill>
                  <a:srgbClr val="10243A"/>
                </a:solidFill>
                <a:latin typeface="Liberation Sans"/>
                <a:ea typeface="Liberation Sans"/>
                <a:cs typeface="Liberation Sans"/>
              </a:defRPr>
            </a:defPPr>
            <a:lvl1pPr algn="l">
              <a:defRPr sz="2850" b="1" i="0">
                <a:solidFill>
                  <a:srgbClr val="10243A"/>
                </a:solidFill>
                <a:latin typeface="Liberation Sans"/>
                <a:ea typeface="Liberation Sans"/>
                <a:cs typeface="Liberation Sans"/>
              </a:defRPr>
            </a:lvl1pPr>
            <a:lvl2pPr algn="l">
              <a:defRPr sz="2850" b="1" i="0">
                <a:solidFill>
                  <a:srgbClr val="10243A"/>
                </a:solidFill>
                <a:latin typeface="Liberation Sans"/>
                <a:ea typeface="Liberation Sans"/>
                <a:cs typeface="Liberation Sans"/>
              </a:defRPr>
            </a:lvl2pPr>
            <a:lvl3pPr algn="l">
              <a:defRPr sz="2850" b="1" i="0">
                <a:solidFill>
                  <a:srgbClr val="10243A"/>
                </a:solidFill>
                <a:latin typeface="Liberation Sans"/>
                <a:ea typeface="Liberation Sans"/>
                <a:cs typeface="Liberation Sans"/>
              </a:defRPr>
            </a:lvl3pPr>
            <a:lvl4pPr algn="l">
              <a:defRPr sz="2850" b="1" i="0">
                <a:solidFill>
                  <a:srgbClr val="10243A"/>
                </a:solidFill>
                <a:latin typeface="Liberation Sans"/>
                <a:ea typeface="Liberation Sans"/>
                <a:cs typeface="Liberation Sans"/>
              </a:defRPr>
            </a:lvl4pPr>
            <a:lvl5pPr algn="l">
              <a:defRPr sz="2850" b="1" i="0">
                <a:solidFill>
                  <a:srgbClr val="10243A"/>
                </a:solidFill>
                <a:latin typeface="Liberation Sans"/>
                <a:ea typeface="Liberation Sans"/>
                <a:cs typeface="Liberation Sans"/>
              </a:defRPr>
            </a:lvl5pPr>
            <a:lvl6pPr algn="l">
              <a:defRPr sz="2850" b="1" i="0">
                <a:solidFill>
                  <a:srgbClr val="10243A"/>
                </a:solidFill>
                <a:latin typeface="Liberation Sans"/>
                <a:ea typeface="Liberation Sans"/>
                <a:cs typeface="Liberation Sans"/>
              </a:defRPr>
            </a:lvl6pPr>
            <a:lvl7pPr algn="l">
              <a:defRPr sz="2850" b="1" i="0">
                <a:solidFill>
                  <a:srgbClr val="10243A"/>
                </a:solidFill>
                <a:latin typeface="Liberation Sans"/>
                <a:ea typeface="Liberation Sans"/>
                <a:cs typeface="Liberation Sans"/>
              </a:defRPr>
            </a:lvl7pPr>
            <a:lvl8pPr algn="l">
              <a:defRPr sz="2850" b="1" i="0">
                <a:solidFill>
                  <a:srgbClr val="10243A"/>
                </a:solidFill>
                <a:latin typeface="Liberation Sans"/>
                <a:ea typeface="Liberation Sans"/>
                <a:cs typeface="Liberation Sans"/>
              </a:defRPr>
            </a:lvl8pPr>
            <a:lvl9pPr algn="l">
              <a:defRPr sz="2850" b="1" i="0">
                <a:solidFill>
                  <a:srgbClr val="10243A"/>
                </a:solidFill>
                <a:latin typeface="Liberation Sans"/>
                <a:ea typeface="Liberation Sans"/>
                <a:cs typeface="Liberation Sans"/>
              </a:defRPr>
            </a:lvl9pPr>
          </a:lstStyle>
          <a:p xmlns:a="http://schemas.openxmlformats.org/drawingml/2006/main">
            <a:pPr algn="l">
              <a:defRPr sz="2850" b="1" i="0">
                <a:solidFill>
                  <a:srgbClr val="10243A"/>
                </a:solidFill>
                <a:latin typeface="Liberation Sans"/>
                <a:ea typeface="Liberation Sans"/>
                <a:cs typeface="Liberation Sans"/>
              </a:defRPr>
            </a:pPr>
            <a:r>
              <a:rPr sz="2850" b="1" i="0">
                <a:solidFill>
                  <a:srgbClr val="10243A"/>
                </a:solidFill>
                <a:latin typeface="Liberation Sans"/>
                <a:ea typeface="Liberation Sans"/>
                <a:cs typeface="Liberation Sans"/>
              </a:rPr>
              <a:t>Code concepts: conditionals and iteration</a:t>
            </a:r>
          </a:p>
        </p:txBody>
      </p:sp>
      <p:sp>
        <p:nvSpPr>
          <p:cNvPr id="3" name="">
            <a:extLst xmlns:a="http://schemas.openxmlformats.org/drawingml/2006/main">
              <a:ext uri="{FF2B5EF4-FFF2-40B4-BE49-F238E27FC236}">
                <a16:creationId xmlns:a16="http://schemas.microsoft.com/office/drawing/2014/main" id="{E4A13868-7339-4E5B-8BB2-46304E7CCCB2}"/>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B5B8C72-6E2C-41F4-9801-06556AE5A707}"/>
              </a:ext>
            </a:extLst>
          </p:cNvPr>
          <p:cNvSpPr>
            <a:spLocks xmlns:a="http://schemas.openxmlformats.org/drawingml/2006/main" noGrp="1"/>
          </p:cNvSpPr>
          <p:nvPr/>
        </p:nvSpPr>
        <p:spPr>
          <a:xfrm xmlns:a="http://schemas.openxmlformats.org/drawingml/2006/main">
            <a:off x="685800" y="64579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0">
                <a:solidFill>
                  <a:srgbClr val="687783"/>
                </a:solidFill>
                <a:latin typeface="Liberation Sans"/>
                <a:ea typeface="Liberation Sans"/>
                <a:cs typeface="Liberation Sans"/>
              </a:defRPr>
            </a:defPPr>
            <a:lvl1pPr algn="l">
              <a:defRPr sz="1050" b="0" i="0">
                <a:solidFill>
                  <a:srgbClr val="687783"/>
                </a:solidFill>
                <a:latin typeface="Liberation Sans"/>
                <a:ea typeface="Liberation Sans"/>
                <a:cs typeface="Liberation Sans"/>
              </a:defRPr>
            </a:lvl1pPr>
            <a:lvl2pPr algn="l">
              <a:defRPr sz="1050" b="0" i="0">
                <a:solidFill>
                  <a:srgbClr val="687783"/>
                </a:solidFill>
                <a:latin typeface="Liberation Sans"/>
                <a:ea typeface="Liberation Sans"/>
                <a:cs typeface="Liberation Sans"/>
              </a:defRPr>
            </a:lvl2pPr>
            <a:lvl3pPr algn="l">
              <a:defRPr sz="1050" b="0" i="0">
                <a:solidFill>
                  <a:srgbClr val="687783"/>
                </a:solidFill>
                <a:latin typeface="Liberation Sans"/>
                <a:ea typeface="Liberation Sans"/>
                <a:cs typeface="Liberation Sans"/>
              </a:defRPr>
            </a:lvl3pPr>
            <a:lvl4pPr algn="l">
              <a:defRPr sz="1050" b="0" i="0">
                <a:solidFill>
                  <a:srgbClr val="687783"/>
                </a:solidFill>
                <a:latin typeface="Liberation Sans"/>
                <a:ea typeface="Liberation Sans"/>
                <a:cs typeface="Liberation Sans"/>
              </a:defRPr>
            </a:lvl4pPr>
            <a:lvl5pPr algn="l">
              <a:defRPr sz="1050" b="0" i="0">
                <a:solidFill>
                  <a:srgbClr val="687783"/>
                </a:solidFill>
                <a:latin typeface="Liberation Sans"/>
                <a:ea typeface="Liberation Sans"/>
                <a:cs typeface="Liberation Sans"/>
              </a:defRPr>
            </a:lvl5pPr>
            <a:lvl6pPr algn="l">
              <a:defRPr sz="1050" b="0" i="0">
                <a:solidFill>
                  <a:srgbClr val="687783"/>
                </a:solidFill>
                <a:latin typeface="Liberation Sans"/>
                <a:ea typeface="Liberation Sans"/>
                <a:cs typeface="Liberation Sans"/>
              </a:defRPr>
            </a:lvl6pPr>
            <a:lvl7pPr algn="l">
              <a:defRPr sz="1050" b="0" i="0">
                <a:solidFill>
                  <a:srgbClr val="687783"/>
                </a:solidFill>
                <a:latin typeface="Liberation Sans"/>
                <a:ea typeface="Liberation Sans"/>
                <a:cs typeface="Liberation Sans"/>
              </a:defRPr>
            </a:lvl7pPr>
            <a:lvl8pPr algn="l">
              <a:defRPr sz="1050" b="0" i="0">
                <a:solidFill>
                  <a:srgbClr val="687783"/>
                </a:solidFill>
                <a:latin typeface="Liberation Sans"/>
                <a:ea typeface="Liberation Sans"/>
                <a:cs typeface="Liberation Sans"/>
              </a:defRPr>
            </a:lvl8pPr>
            <a:lvl9pPr algn="l">
              <a:defRPr sz="1050" b="0" i="0">
                <a:solidFill>
                  <a:srgbClr val="687783"/>
                </a:solidFill>
                <a:latin typeface="Liberation Sans"/>
                <a:ea typeface="Liberation Sans"/>
                <a:cs typeface="Liberation Sans"/>
              </a:defRPr>
            </a:lvl9pPr>
          </a:lstStyle>
          <a:p xmlns:a="http://schemas.openxmlformats.org/drawingml/2006/main">
            <a:pPr algn="l">
              <a:defRPr sz="1050" b="0" i="0">
                <a:solidFill>
                  <a:srgbClr val="687783"/>
                </a:solidFill>
                <a:latin typeface="Liberation Sans"/>
                <a:ea typeface="Liberation Sans"/>
                <a:cs typeface="Liberation Sans"/>
              </a:defRPr>
            </a:pPr>
            <a:r>
              <a:rPr sz="1050" b="0" i="0">
                <a:solidFill>
                  <a:srgbClr val="687783"/>
                </a:solidFill>
                <a:latin typeface="Liberation Sans"/>
                <a:ea typeface="Liberation Sans"/>
                <a:cs typeface="Liberation Sans"/>
              </a:rPr>
              <a:t>Consumer Review Lab · Activity 5</a:t>
            </a:r>
          </a:p>
        </p:txBody>
      </p:sp>
      <p:sp>
        <p:nvSpPr>
          <p:cNvPr id="5" name="">
            <a:extLst xmlns:a="http://schemas.openxmlformats.org/drawingml/2006/main">
              <a:ext uri="{FF2B5EF4-FFF2-40B4-BE49-F238E27FC236}">
                <a16:creationId xmlns:a16="http://schemas.microsoft.com/office/drawing/2014/main" id="{1421BFD0-7179-4C01-AAB9-47AB4E9081ED}"/>
              </a:ext>
            </a:extLst>
          </p:cNvPr>
          <p:cNvSpPr>
            <a:spLocks xmlns:a="http://schemas.openxmlformats.org/drawingml/2006/main" noGrp="1"/>
          </p:cNvSpPr>
          <p:nvPr/>
        </p:nvSpPr>
        <p:spPr>
          <a:xfrm xmlns:a="http://schemas.openxmlformats.org/drawingml/2006/main">
            <a:off x="11106150" y="64389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0" i="0">
                <a:solidFill>
                  <a:srgbClr val="687783"/>
                </a:solidFill>
                <a:latin typeface="Liberation Sans"/>
                <a:ea typeface="Liberation Sans"/>
                <a:cs typeface="Liberation Sans"/>
              </a:defRPr>
            </a:defPPr>
            <a:lvl1pPr algn="r">
              <a:defRPr sz="1125" b="0" i="0">
                <a:solidFill>
                  <a:srgbClr val="687783"/>
                </a:solidFill>
                <a:latin typeface="Liberation Sans"/>
                <a:ea typeface="Liberation Sans"/>
                <a:cs typeface="Liberation Sans"/>
              </a:defRPr>
            </a:lvl1pPr>
            <a:lvl2pPr algn="r">
              <a:defRPr sz="1125" b="0" i="0">
                <a:solidFill>
                  <a:srgbClr val="687783"/>
                </a:solidFill>
                <a:latin typeface="Liberation Sans"/>
                <a:ea typeface="Liberation Sans"/>
                <a:cs typeface="Liberation Sans"/>
              </a:defRPr>
            </a:lvl2pPr>
            <a:lvl3pPr algn="r">
              <a:defRPr sz="1125" b="0" i="0">
                <a:solidFill>
                  <a:srgbClr val="687783"/>
                </a:solidFill>
                <a:latin typeface="Liberation Sans"/>
                <a:ea typeface="Liberation Sans"/>
                <a:cs typeface="Liberation Sans"/>
              </a:defRPr>
            </a:lvl3pPr>
            <a:lvl4pPr algn="r">
              <a:defRPr sz="1125" b="0" i="0">
                <a:solidFill>
                  <a:srgbClr val="687783"/>
                </a:solidFill>
                <a:latin typeface="Liberation Sans"/>
                <a:ea typeface="Liberation Sans"/>
                <a:cs typeface="Liberation Sans"/>
              </a:defRPr>
            </a:lvl4pPr>
            <a:lvl5pPr algn="r">
              <a:defRPr sz="1125" b="0" i="0">
                <a:solidFill>
                  <a:srgbClr val="687783"/>
                </a:solidFill>
                <a:latin typeface="Liberation Sans"/>
                <a:ea typeface="Liberation Sans"/>
                <a:cs typeface="Liberation Sans"/>
              </a:defRPr>
            </a:lvl5pPr>
            <a:lvl6pPr algn="r">
              <a:defRPr sz="1125" b="0" i="0">
                <a:solidFill>
                  <a:srgbClr val="687783"/>
                </a:solidFill>
                <a:latin typeface="Liberation Sans"/>
                <a:ea typeface="Liberation Sans"/>
                <a:cs typeface="Liberation Sans"/>
              </a:defRPr>
            </a:lvl6pPr>
            <a:lvl7pPr algn="r">
              <a:defRPr sz="1125" b="0" i="0">
                <a:solidFill>
                  <a:srgbClr val="687783"/>
                </a:solidFill>
                <a:latin typeface="Liberation Sans"/>
                <a:ea typeface="Liberation Sans"/>
                <a:cs typeface="Liberation Sans"/>
              </a:defRPr>
            </a:lvl7pPr>
            <a:lvl8pPr algn="r">
              <a:defRPr sz="1125" b="0" i="0">
                <a:solidFill>
                  <a:srgbClr val="687783"/>
                </a:solidFill>
                <a:latin typeface="Liberation Sans"/>
                <a:ea typeface="Liberation Sans"/>
                <a:cs typeface="Liberation Sans"/>
              </a:defRPr>
            </a:lvl8pPr>
            <a:lvl9pPr algn="r">
              <a:defRPr sz="1125" b="0" i="0">
                <a:solidFill>
                  <a:srgbClr val="687783"/>
                </a:solidFill>
                <a:latin typeface="Liberation Sans"/>
                <a:ea typeface="Liberation Sans"/>
                <a:cs typeface="Liberation Sans"/>
              </a:defRPr>
            </a:lvl9pPr>
          </a:lstStyle>
          <a:p xmlns:a="http://schemas.openxmlformats.org/drawingml/2006/main">
            <a:pPr algn="r">
              <a:defRPr sz="1125" b="0" i="0">
                <a:solidFill>
                  <a:srgbClr val="687783"/>
                </a:solidFill>
                <a:latin typeface="Liberation Sans"/>
                <a:ea typeface="Liberation Sans"/>
                <a:cs typeface="Liberation Sans"/>
              </a:defRPr>
            </a:pPr>
            <a:r>
              <a:rPr sz="1125" b="0" i="0">
                <a:solidFill>
                  <a:srgbClr val="687783"/>
                </a:solidFill>
                <a:latin typeface="Liberation Sans"/>
                <a:ea typeface="Liberation Sans"/>
                <a:cs typeface="Liberation Sans"/>
              </a:rPr>
              <a:t>08</a:t>
            </a:r>
          </a:p>
        </p:txBody>
      </p:sp>
      <p:sp>
        <p:nvSpPr>
          <p:cNvPr id="6" name="">
            <a:extLst xmlns:a="http://schemas.openxmlformats.org/drawingml/2006/main">
              <a:ext uri="{FF2B5EF4-FFF2-40B4-BE49-F238E27FC236}">
                <a16:creationId xmlns:a16="http://schemas.microsoft.com/office/drawing/2014/main" id="{662F8938-6663-45B5-BB1C-0FC23F7113BC}"/>
              </a:ext>
            </a:extLst>
          </p:cNvPr>
          <p:cNvSpPr>
            <a:spLocks xmlns:a="http://schemas.openxmlformats.org/drawingml/2006/main" noGrp="1"/>
          </p:cNvSpPr>
          <p:nvPr/>
        </p:nvSpPr>
        <p:spPr>
          <a:xfrm xmlns:a="http://schemas.openxmlformats.org/drawingml/2006/main">
            <a:off x="685800" y="1476375"/>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i="0">
                <a:solidFill>
                  <a:srgbClr val="10243A"/>
                </a:solidFill>
                <a:latin typeface="Liberation Sans"/>
                <a:ea typeface="Liberation Sans"/>
                <a:cs typeface="Liberation Sans"/>
              </a:defRPr>
            </a:defPPr>
            <a:lvl1pPr algn="l">
              <a:defRPr sz="1875" b="1" i="0">
                <a:solidFill>
                  <a:srgbClr val="10243A"/>
                </a:solidFill>
                <a:latin typeface="Liberation Sans"/>
                <a:ea typeface="Liberation Sans"/>
                <a:cs typeface="Liberation Sans"/>
              </a:defRPr>
            </a:lvl1pPr>
            <a:lvl2pPr algn="l">
              <a:defRPr sz="1875" b="1" i="0">
                <a:solidFill>
                  <a:srgbClr val="10243A"/>
                </a:solidFill>
                <a:latin typeface="Liberation Sans"/>
                <a:ea typeface="Liberation Sans"/>
                <a:cs typeface="Liberation Sans"/>
              </a:defRPr>
            </a:lvl2pPr>
            <a:lvl3pPr algn="l">
              <a:defRPr sz="1875" b="1" i="0">
                <a:solidFill>
                  <a:srgbClr val="10243A"/>
                </a:solidFill>
                <a:latin typeface="Liberation Sans"/>
                <a:ea typeface="Liberation Sans"/>
                <a:cs typeface="Liberation Sans"/>
              </a:defRPr>
            </a:lvl3pPr>
            <a:lvl4pPr algn="l">
              <a:defRPr sz="1875" b="1" i="0">
                <a:solidFill>
                  <a:srgbClr val="10243A"/>
                </a:solidFill>
                <a:latin typeface="Liberation Sans"/>
                <a:ea typeface="Liberation Sans"/>
                <a:cs typeface="Liberation Sans"/>
              </a:defRPr>
            </a:lvl4pPr>
            <a:lvl5pPr algn="l">
              <a:defRPr sz="1875" b="1" i="0">
                <a:solidFill>
                  <a:srgbClr val="10243A"/>
                </a:solidFill>
                <a:latin typeface="Liberation Sans"/>
                <a:ea typeface="Liberation Sans"/>
                <a:cs typeface="Liberation Sans"/>
              </a:defRPr>
            </a:lvl5pPr>
            <a:lvl6pPr algn="l">
              <a:defRPr sz="1875" b="1" i="0">
                <a:solidFill>
                  <a:srgbClr val="10243A"/>
                </a:solidFill>
                <a:latin typeface="Liberation Sans"/>
                <a:ea typeface="Liberation Sans"/>
                <a:cs typeface="Liberation Sans"/>
              </a:defRPr>
            </a:lvl6pPr>
            <a:lvl7pPr algn="l">
              <a:defRPr sz="1875" b="1" i="0">
                <a:solidFill>
                  <a:srgbClr val="10243A"/>
                </a:solidFill>
                <a:latin typeface="Liberation Sans"/>
                <a:ea typeface="Liberation Sans"/>
                <a:cs typeface="Liberation Sans"/>
              </a:defRPr>
            </a:lvl7pPr>
            <a:lvl8pPr algn="l">
              <a:defRPr sz="1875" b="1" i="0">
                <a:solidFill>
                  <a:srgbClr val="10243A"/>
                </a:solidFill>
                <a:latin typeface="Liberation Sans"/>
                <a:ea typeface="Liberation Sans"/>
                <a:cs typeface="Liberation Sans"/>
              </a:defRPr>
            </a:lvl8pPr>
            <a:lvl9pPr algn="l">
              <a:defRPr sz="1875" b="1" i="0">
                <a:solidFill>
                  <a:srgbClr val="10243A"/>
                </a:solidFill>
                <a:latin typeface="Liberation Sans"/>
                <a:ea typeface="Liberation Sans"/>
                <a:cs typeface="Liberation Sans"/>
              </a:defRPr>
            </a:lvl9pPr>
          </a:lstStyle>
          <a:p xmlns:a="http://schemas.openxmlformats.org/drawingml/2006/main">
            <a:pPr algn="l">
              <a:defRPr sz="1875" b="1" i="0">
                <a:solidFill>
                  <a:srgbClr val="10243A"/>
                </a:solidFill>
                <a:latin typeface="Liberation Sans"/>
                <a:ea typeface="Liberation Sans"/>
                <a:cs typeface="Liberation Sans"/>
              </a:defRPr>
            </a:pPr>
            <a:r>
              <a:rPr sz="1875" b="1" i="0">
                <a:solidFill>
                  <a:srgbClr val="10243A"/>
                </a:solidFill>
                <a:latin typeface="Liberation Sans"/>
                <a:ea typeface="Liberation Sans"/>
                <a:cs typeface="Liberation Sans"/>
              </a:rPr>
              <a:t>Compound Boolean condition</a:t>
            </a:r>
          </a:p>
        </p:txBody>
      </p:sp>
      <p:sp>
        <p:nvSpPr>
          <p:cNvPr id="7" name="">
            <a:extLst xmlns:a="http://schemas.openxmlformats.org/drawingml/2006/main">
              <a:ext uri="{FF2B5EF4-FFF2-40B4-BE49-F238E27FC236}">
                <a16:creationId xmlns:a16="http://schemas.microsoft.com/office/drawing/2014/main" id="{B35EE2D4-3986-4296-A228-DCCA67D9DD35}"/>
              </a:ext>
            </a:extLst>
          </p:cNvPr>
          <p:cNvSpPr>
            <a:spLocks xmlns:a="http://schemas.openxmlformats.org/drawingml/2006/main" noGrp="1"/>
          </p:cNvSpPr>
          <p:nvPr/>
        </p:nvSpPr>
        <p:spPr>
          <a:xfrm xmlns:a="http://schemas.openxmlformats.org/drawingml/2006/main">
            <a:off x="685800" y="1943100"/>
            <a:ext cx="4953000" cy="1866900"/>
          </a:xfrm>
          <a:prstGeom xmlns:a="http://schemas.openxmlformats.org/drawingml/2006/main" prst="rect">
            <a:avLst/>
          </a:prstGeom>
          <a:solidFill xmlns:a="http://schemas.openxmlformats.org/drawingml/2006/main">
            <a:srgbClr val="102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BA6C317-3C1B-4DF9-84CA-0D108366B762}"/>
              </a:ext>
            </a:extLst>
          </p:cNvPr>
          <p:cNvSpPr>
            <a:spLocks xmlns:a="http://schemas.openxmlformats.org/drawingml/2006/main" noGrp="1"/>
          </p:cNvSpPr>
          <p:nvPr/>
        </p:nvSpPr>
        <p:spPr>
          <a:xfrm xmlns:a="http://schemas.openxmlformats.org/drawingml/2006/main">
            <a:off x="876300" y="2095500"/>
            <a:ext cx="45720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F4F6F7"/>
                </a:solidFill>
                <a:latin typeface="Liberation Sans"/>
                <a:ea typeface="Liberation Sans"/>
                <a:cs typeface="Liberation Sans"/>
              </a:defRPr>
            </a:defPPr>
            <a:lvl1pPr algn="l">
              <a:defRPr sz="1350" b="0" i="0">
                <a:solidFill>
                  <a:srgbClr val="F4F6F7"/>
                </a:solidFill>
                <a:latin typeface="Liberation Sans"/>
                <a:ea typeface="Liberation Sans"/>
                <a:cs typeface="Liberation Sans"/>
              </a:defRPr>
            </a:lvl1pPr>
            <a:lvl2pPr algn="l">
              <a:defRPr sz="1350" b="0" i="0">
                <a:solidFill>
                  <a:srgbClr val="F4F6F7"/>
                </a:solidFill>
                <a:latin typeface="Liberation Sans"/>
                <a:ea typeface="Liberation Sans"/>
                <a:cs typeface="Liberation Sans"/>
              </a:defRPr>
            </a:lvl2pPr>
            <a:lvl3pPr algn="l">
              <a:defRPr sz="1350" b="0" i="0">
                <a:solidFill>
                  <a:srgbClr val="F4F6F7"/>
                </a:solidFill>
                <a:latin typeface="Liberation Sans"/>
                <a:ea typeface="Liberation Sans"/>
                <a:cs typeface="Liberation Sans"/>
              </a:defRPr>
            </a:lvl3pPr>
            <a:lvl4pPr algn="l">
              <a:defRPr sz="1350" b="0" i="0">
                <a:solidFill>
                  <a:srgbClr val="F4F6F7"/>
                </a:solidFill>
                <a:latin typeface="Liberation Sans"/>
                <a:ea typeface="Liberation Sans"/>
                <a:cs typeface="Liberation Sans"/>
              </a:defRPr>
            </a:lvl4pPr>
            <a:lvl5pPr algn="l">
              <a:defRPr sz="1350" b="0" i="0">
                <a:solidFill>
                  <a:srgbClr val="F4F6F7"/>
                </a:solidFill>
                <a:latin typeface="Liberation Sans"/>
                <a:ea typeface="Liberation Sans"/>
                <a:cs typeface="Liberation Sans"/>
              </a:defRPr>
            </a:lvl5pPr>
            <a:lvl6pPr algn="l">
              <a:defRPr sz="1350" b="0" i="0">
                <a:solidFill>
                  <a:srgbClr val="F4F6F7"/>
                </a:solidFill>
                <a:latin typeface="Liberation Sans"/>
                <a:ea typeface="Liberation Sans"/>
                <a:cs typeface="Liberation Sans"/>
              </a:defRPr>
            </a:lvl6pPr>
            <a:lvl7pPr algn="l">
              <a:defRPr sz="1350" b="0" i="0">
                <a:solidFill>
                  <a:srgbClr val="F4F6F7"/>
                </a:solidFill>
                <a:latin typeface="Liberation Sans"/>
                <a:ea typeface="Liberation Sans"/>
                <a:cs typeface="Liberation Sans"/>
              </a:defRPr>
            </a:lvl7pPr>
            <a:lvl8pPr algn="l">
              <a:defRPr sz="1350" b="0" i="0">
                <a:solidFill>
                  <a:srgbClr val="F4F6F7"/>
                </a:solidFill>
                <a:latin typeface="Liberation Sans"/>
                <a:ea typeface="Liberation Sans"/>
                <a:cs typeface="Liberation Sans"/>
              </a:defRPr>
            </a:lvl8pPr>
            <a:lvl9pPr algn="l">
              <a:defRPr sz="1350" b="0" i="0">
                <a:solidFill>
                  <a:srgbClr val="F4F6F7"/>
                </a:solidFill>
                <a:latin typeface="Liberation Sans"/>
                <a:ea typeface="Liberation Sans"/>
                <a:cs typeface="Liberation Sans"/>
              </a:defRPr>
            </a:lvl9pPr>
          </a:lstStyle>
          <a:p xmlns:a="http://schemas.openxmlformats.org/drawingml/2006/main">
            <a:pPr algn="l">
              <a:lnSpc>
                <a:spcPct val="115000"/>
              </a:lnSpc>
              <a:buNone/>
              <a:defRPr sz="1350" b="0" i="0">
                <a:solidFill>
                  <a:srgbClr val="F4F6F7"/>
                </a:solidFill>
                <a:latin typeface="Liberation Sans"/>
                <a:ea typeface="Liberation Sans"/>
                <a:cs typeface="Liberation Sans"/>
              </a:defRPr>
            </a:pPr>
            <a:r>
              <a:rPr sz="1350" b="0" i="0">
                <a:solidFill>
                  <a:srgbClr val="F4F6F7"/>
                </a:solidFill>
                <a:latin typeface="Liberation Sans"/>
                <a:ea typeface="Liberation Sans"/>
                <a:cs typeface="Liberation Sans"/>
              </a:rPr>
              <a:t>if (!productID.equals("")</a:t>
            </a:r>
          </a:p>
          <a:p xmlns:a="http://schemas.openxmlformats.org/drawingml/2006/main">
            <a:pPr algn="l">
              <a:lnSpc>
                <a:spcPct val="115000"/>
              </a:lnSpc>
              <a:buNone/>
              <a:defRPr sz="1350" b="0" i="0">
                <a:solidFill>
                  <a:srgbClr val="F4F6F7"/>
                </a:solidFill>
                <a:latin typeface="Liberation Sans"/>
                <a:ea typeface="Liberation Sans"/>
                <a:cs typeface="Liberation Sans"/>
              </a:defRPr>
            </a:pPr>
            <a:r>
              <a:rPr sz="1350" b="0" i="0">
                <a:solidFill>
                  <a:srgbClr val="F4F6F7"/>
                </a:solidFill>
                <a:latin typeface="Liberation Sans"/>
                <a:ea typeface="Liberation Sans"/>
                <a:cs typeface="Liberation Sans"/>
              </a:rPr>
              <a:t>    &amp;&amp; !reviewText.equals("")</a:t>
            </a:r>
          </a:p>
          <a:p xmlns:a="http://schemas.openxmlformats.org/drawingml/2006/main">
            <a:pPr algn="l">
              <a:lnSpc>
                <a:spcPct val="115000"/>
              </a:lnSpc>
              <a:buNone/>
              <a:defRPr sz="1350" b="0" i="0">
                <a:solidFill>
                  <a:srgbClr val="F4F6F7"/>
                </a:solidFill>
                <a:latin typeface="Liberation Sans"/>
                <a:ea typeface="Liberation Sans"/>
                <a:cs typeface="Liberation Sans"/>
              </a:defRPr>
            </a:pPr>
            <a:r>
              <a:rPr sz="1350" b="0" i="0">
                <a:solidFill>
                  <a:srgbClr val="F4F6F7"/>
                </a:solidFill>
                <a:latin typeface="Liberation Sans"/>
                <a:ea typeface="Liberation Sans"/>
                <a:cs typeface="Liberation Sans"/>
              </a:rPr>
              <a:t>    &amp;&amp; reviewDate != null) {</a:t>
            </a:r>
          </a:p>
          <a:p xmlns:a="http://schemas.openxmlformats.org/drawingml/2006/main">
            <a:pPr algn="l">
              <a:lnSpc>
                <a:spcPct val="115000"/>
              </a:lnSpc>
              <a:buNone/>
              <a:defRPr sz="1350" b="0" i="0">
                <a:solidFill>
                  <a:srgbClr val="F4F6F7"/>
                </a:solidFill>
                <a:latin typeface="Liberation Sans"/>
                <a:ea typeface="Liberation Sans"/>
                <a:cs typeface="Liberation Sans"/>
              </a:defRPr>
            </a:pPr>
            <a:r>
              <a:rPr sz="1350" b="0" i="0">
                <a:solidFill>
                  <a:srgbClr val="F4F6F7"/>
                </a:solidFill>
                <a:latin typeface="Liberation Sans"/>
                <a:ea typeface="Liberation Sans"/>
                <a:cs typeface="Liberation Sans"/>
              </a:rPr>
              <a:t>  // analyze this valid review</a:t>
            </a:r>
          </a:p>
          <a:p xmlns:a="http://schemas.openxmlformats.org/drawingml/2006/main">
            <a:pPr algn="l">
              <a:lnSpc>
                <a:spcPct val="115000"/>
              </a:lnSpc>
              <a:buNone/>
              <a:defRPr sz="1350" b="0" i="0">
                <a:solidFill>
                  <a:srgbClr val="F4F6F7"/>
                </a:solidFill>
                <a:latin typeface="Liberation Sans"/>
                <a:ea typeface="Liberation Sans"/>
                <a:cs typeface="Liberation Sans"/>
              </a:defRPr>
            </a:pPr>
            <a:r>
              <a:rPr sz="1350" b="0" i="0">
                <a:solidFill>
                  <a:srgbClr val="F4F6F7"/>
                </a:solidFill>
                <a:latin typeface="Liberation Sans"/>
                <a:ea typeface="Liberation Sans"/>
                <a:cs typeface="Liberation Sans"/>
              </a:rPr>
              <a:t>}</a:t>
            </a:r>
          </a:p>
        </p:txBody>
      </p:sp>
      <p:sp>
        <p:nvSpPr>
          <p:cNvPr id="9" name="">
            <a:extLst xmlns:a="http://schemas.openxmlformats.org/drawingml/2006/main">
              <a:ext uri="{FF2B5EF4-FFF2-40B4-BE49-F238E27FC236}">
                <a16:creationId xmlns:a16="http://schemas.microsoft.com/office/drawing/2014/main" id="{01A5BEA5-EFBD-4683-A616-E5F9F4A7451A}"/>
              </a:ext>
            </a:extLst>
          </p:cNvPr>
          <p:cNvSpPr>
            <a:spLocks xmlns:a="http://schemas.openxmlformats.org/drawingml/2006/main" noGrp="1"/>
          </p:cNvSpPr>
          <p:nvPr/>
        </p:nvSpPr>
        <p:spPr>
          <a:xfrm xmlns:a="http://schemas.openxmlformats.org/drawingml/2006/main">
            <a:off x="685800" y="4000500"/>
            <a:ext cx="495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182B45"/>
                </a:solidFill>
                <a:latin typeface="Liberation Sans"/>
                <a:ea typeface="Liberation Sans"/>
                <a:cs typeface="Liberation Sans"/>
              </a:defRPr>
            </a:defPPr>
            <a:lvl1pPr algn="l">
              <a:defRPr sz="1425" b="0" i="0">
                <a:solidFill>
                  <a:srgbClr val="182B45"/>
                </a:solidFill>
                <a:latin typeface="Liberation Sans"/>
                <a:ea typeface="Liberation Sans"/>
                <a:cs typeface="Liberation Sans"/>
              </a:defRPr>
            </a:lvl1pPr>
            <a:lvl2pPr algn="l">
              <a:defRPr sz="1425" b="0" i="0">
                <a:solidFill>
                  <a:srgbClr val="182B45"/>
                </a:solidFill>
                <a:latin typeface="Liberation Sans"/>
                <a:ea typeface="Liberation Sans"/>
                <a:cs typeface="Liberation Sans"/>
              </a:defRPr>
            </a:lvl2pPr>
            <a:lvl3pPr algn="l">
              <a:defRPr sz="1425" b="0" i="0">
                <a:solidFill>
                  <a:srgbClr val="182B45"/>
                </a:solidFill>
                <a:latin typeface="Liberation Sans"/>
                <a:ea typeface="Liberation Sans"/>
                <a:cs typeface="Liberation Sans"/>
              </a:defRPr>
            </a:lvl3pPr>
            <a:lvl4pPr algn="l">
              <a:defRPr sz="1425" b="0" i="0">
                <a:solidFill>
                  <a:srgbClr val="182B45"/>
                </a:solidFill>
                <a:latin typeface="Liberation Sans"/>
                <a:ea typeface="Liberation Sans"/>
                <a:cs typeface="Liberation Sans"/>
              </a:defRPr>
            </a:lvl4pPr>
            <a:lvl5pPr algn="l">
              <a:defRPr sz="1425" b="0" i="0">
                <a:solidFill>
                  <a:srgbClr val="182B45"/>
                </a:solidFill>
                <a:latin typeface="Liberation Sans"/>
                <a:ea typeface="Liberation Sans"/>
                <a:cs typeface="Liberation Sans"/>
              </a:defRPr>
            </a:lvl5pPr>
            <a:lvl6pPr algn="l">
              <a:defRPr sz="1425" b="0" i="0">
                <a:solidFill>
                  <a:srgbClr val="182B45"/>
                </a:solidFill>
                <a:latin typeface="Liberation Sans"/>
                <a:ea typeface="Liberation Sans"/>
                <a:cs typeface="Liberation Sans"/>
              </a:defRPr>
            </a:lvl6pPr>
            <a:lvl7pPr algn="l">
              <a:defRPr sz="1425" b="0" i="0">
                <a:solidFill>
                  <a:srgbClr val="182B45"/>
                </a:solidFill>
                <a:latin typeface="Liberation Sans"/>
                <a:ea typeface="Liberation Sans"/>
                <a:cs typeface="Liberation Sans"/>
              </a:defRPr>
            </a:lvl7pPr>
            <a:lvl8pPr algn="l">
              <a:defRPr sz="1425" b="0" i="0">
                <a:solidFill>
                  <a:srgbClr val="182B45"/>
                </a:solidFill>
                <a:latin typeface="Liberation Sans"/>
                <a:ea typeface="Liberation Sans"/>
                <a:cs typeface="Liberation Sans"/>
              </a:defRPr>
            </a:lvl8pPr>
            <a:lvl9pPr algn="l">
              <a:defRPr sz="1425" b="0" i="0">
                <a:solidFill>
                  <a:srgbClr val="182B45"/>
                </a:solidFill>
                <a:latin typeface="Liberation Sans"/>
                <a:ea typeface="Liberation Sans"/>
                <a:cs typeface="Liberation Sans"/>
              </a:defRPr>
            </a:lvl9pPr>
          </a:lstStyle>
          <a:p xmlns:a="http://schemas.openxmlformats.org/drawingml/2006/main">
            <a:pPr algn="l">
              <a:defRPr sz="1425" b="0" i="0">
                <a:solidFill>
                  <a:srgbClr val="182B45"/>
                </a:solidFill>
                <a:latin typeface="Liberation Sans"/>
                <a:ea typeface="Liberation Sans"/>
                <a:cs typeface="Liberation Sans"/>
              </a:defRPr>
            </a:pPr>
            <a:r>
              <a:rPr sz="1425" b="0" i="0">
                <a:solidFill>
                  <a:srgbClr val="182B45"/>
                </a:solidFill>
                <a:latin typeface="Liberation Sans"/>
                <a:ea typeface="Liberation Sans"/>
                <a:cs typeface="Liberation Sans"/>
              </a:rPr>
              <a:t>All three checks must be true: ID and text are nonempty, and date is valid.</a:t>
            </a:r>
          </a:p>
        </p:txBody>
      </p:sp>
      <p:sp>
        <p:nvSpPr>
          <p:cNvPr id="10" name="">
            <a:extLst xmlns:a="http://schemas.openxmlformats.org/drawingml/2006/main">
              <a:ext uri="{FF2B5EF4-FFF2-40B4-BE49-F238E27FC236}">
                <a16:creationId xmlns:a16="http://schemas.microsoft.com/office/drawing/2014/main" id="{9C87D9DB-F452-4566-9C4C-EAE9696424EE}"/>
              </a:ext>
            </a:extLst>
          </p:cNvPr>
          <p:cNvSpPr>
            <a:spLocks xmlns:a="http://schemas.openxmlformats.org/drawingml/2006/main" noGrp="1"/>
          </p:cNvSpPr>
          <p:nvPr/>
        </p:nvSpPr>
        <p:spPr>
          <a:xfrm xmlns:a="http://schemas.openxmlformats.org/drawingml/2006/main">
            <a:off x="685800" y="5057775"/>
            <a:ext cx="504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536579"/>
                </a:solidFill>
                <a:latin typeface="Liberation Sans"/>
                <a:ea typeface="Liberation Sans"/>
                <a:cs typeface="Liberation Sans"/>
              </a:defRPr>
            </a:defPPr>
            <a:lvl1pPr algn="l">
              <a:defRPr sz="1425" b="1" i="0">
                <a:solidFill>
                  <a:srgbClr val="536579"/>
                </a:solidFill>
                <a:latin typeface="Liberation Sans"/>
                <a:ea typeface="Liberation Sans"/>
                <a:cs typeface="Liberation Sans"/>
              </a:defRPr>
            </a:lvl1pPr>
            <a:lvl2pPr algn="l">
              <a:defRPr sz="1425" b="1" i="0">
                <a:solidFill>
                  <a:srgbClr val="536579"/>
                </a:solidFill>
                <a:latin typeface="Liberation Sans"/>
                <a:ea typeface="Liberation Sans"/>
                <a:cs typeface="Liberation Sans"/>
              </a:defRPr>
            </a:lvl2pPr>
            <a:lvl3pPr algn="l">
              <a:defRPr sz="1425" b="1" i="0">
                <a:solidFill>
                  <a:srgbClr val="536579"/>
                </a:solidFill>
                <a:latin typeface="Liberation Sans"/>
                <a:ea typeface="Liberation Sans"/>
                <a:cs typeface="Liberation Sans"/>
              </a:defRPr>
            </a:lvl3pPr>
            <a:lvl4pPr algn="l">
              <a:defRPr sz="1425" b="1" i="0">
                <a:solidFill>
                  <a:srgbClr val="536579"/>
                </a:solidFill>
                <a:latin typeface="Liberation Sans"/>
                <a:ea typeface="Liberation Sans"/>
                <a:cs typeface="Liberation Sans"/>
              </a:defRPr>
            </a:lvl4pPr>
            <a:lvl5pPr algn="l">
              <a:defRPr sz="1425" b="1" i="0">
                <a:solidFill>
                  <a:srgbClr val="536579"/>
                </a:solidFill>
                <a:latin typeface="Liberation Sans"/>
                <a:ea typeface="Liberation Sans"/>
                <a:cs typeface="Liberation Sans"/>
              </a:defRPr>
            </a:lvl5pPr>
            <a:lvl6pPr algn="l">
              <a:defRPr sz="1425" b="1" i="0">
                <a:solidFill>
                  <a:srgbClr val="536579"/>
                </a:solidFill>
                <a:latin typeface="Liberation Sans"/>
                <a:ea typeface="Liberation Sans"/>
                <a:cs typeface="Liberation Sans"/>
              </a:defRPr>
            </a:lvl6pPr>
            <a:lvl7pPr algn="l">
              <a:defRPr sz="1425" b="1" i="0">
                <a:solidFill>
                  <a:srgbClr val="536579"/>
                </a:solidFill>
                <a:latin typeface="Liberation Sans"/>
                <a:ea typeface="Liberation Sans"/>
                <a:cs typeface="Liberation Sans"/>
              </a:defRPr>
            </a:lvl7pPr>
            <a:lvl8pPr algn="l">
              <a:defRPr sz="1425" b="1" i="0">
                <a:solidFill>
                  <a:srgbClr val="536579"/>
                </a:solidFill>
                <a:latin typeface="Liberation Sans"/>
                <a:ea typeface="Liberation Sans"/>
                <a:cs typeface="Liberation Sans"/>
              </a:defRPr>
            </a:lvl8pPr>
            <a:lvl9pPr algn="l">
              <a:defRPr sz="1425" b="1" i="0">
                <a:solidFill>
                  <a:srgbClr val="536579"/>
                </a:solidFill>
                <a:latin typeface="Liberation Sans"/>
                <a:ea typeface="Liberation Sans"/>
                <a:cs typeface="Liberation Sans"/>
              </a:defRPr>
            </a:lvl9pPr>
          </a:lstStyle>
          <a:p xmlns:a="http://schemas.openxmlformats.org/drawingml/2006/main">
            <a:pPr algn="l">
              <a:defRPr sz="1425" b="1" i="0">
                <a:solidFill>
                  <a:srgbClr val="536579"/>
                </a:solidFill>
                <a:latin typeface="Liberation Sans"/>
                <a:ea typeface="Liberation Sans"/>
                <a:cs typeface="Liberation Sans"/>
              </a:defRPr>
            </a:pPr>
            <a:r>
              <a:rPr sz="1425" b="1" i="0">
                <a:solidFill>
                  <a:srgbClr val="536579"/>
                </a:solidFill>
                <a:latin typeface="Liberation Sans"/>
                <a:ea typeface="Liberation Sans"/>
                <a:cs typeface="Liberation Sans"/>
              </a:rPr>
              <a:t>A second conditional classifies the score</a:t>
            </a:r>
          </a:p>
        </p:txBody>
      </p:sp>
      <p:sp>
        <p:nvSpPr>
          <p:cNvPr id="11" name="">
            <a:extLst xmlns:a="http://schemas.openxmlformats.org/drawingml/2006/main">
              <a:ext uri="{FF2B5EF4-FFF2-40B4-BE49-F238E27FC236}">
                <a16:creationId xmlns:a16="http://schemas.microsoft.com/office/drawing/2014/main" id="{8581F36F-B353-4E49-A65C-AE391B6A4EFE}"/>
              </a:ext>
            </a:extLst>
          </p:cNvPr>
          <p:cNvSpPr>
            <a:spLocks xmlns:a="http://schemas.openxmlformats.org/drawingml/2006/main" noGrp="1"/>
          </p:cNvSpPr>
          <p:nvPr/>
        </p:nvSpPr>
        <p:spPr>
          <a:xfrm xmlns:a="http://schemas.openxmlformats.org/drawingml/2006/main">
            <a:off x="685800" y="5429250"/>
            <a:ext cx="4953000" cy="723900"/>
          </a:xfrm>
          <a:prstGeom xmlns:a="http://schemas.openxmlformats.org/drawingml/2006/main" prst="rect">
            <a:avLst/>
          </a:prstGeom>
          <a:solidFill xmlns:a="http://schemas.openxmlformats.org/drawingml/2006/main">
            <a:srgbClr val="10243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A741D0E-E5AD-4C8A-87EA-139D006392EE}"/>
              </a:ext>
            </a:extLst>
          </p:cNvPr>
          <p:cNvSpPr>
            <a:spLocks xmlns:a="http://schemas.openxmlformats.org/drawingml/2006/main" noGrp="1"/>
          </p:cNvSpPr>
          <p:nvPr/>
        </p:nvSpPr>
        <p:spPr>
          <a:xfrm xmlns:a="http://schemas.openxmlformats.org/drawingml/2006/main">
            <a:off x="876300" y="5581650"/>
            <a:ext cx="457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66425"/>
          </a:bodyPr>
          <a:lstStyle xmlns:a="http://schemas.openxmlformats.org/drawingml/2006/main">
            <a:defPPr algn="l">
              <a:defRPr sz="1200" b="0" i="0">
                <a:solidFill>
                  <a:srgbClr val="F4F6F7"/>
                </a:solidFill>
                <a:latin typeface="Liberation Sans"/>
                <a:ea typeface="Liberation Sans"/>
                <a:cs typeface="Liberation Sans"/>
              </a:defRPr>
            </a:defPPr>
            <a:lvl1pPr algn="l">
              <a:defRPr sz="1200" b="0" i="0">
                <a:solidFill>
                  <a:srgbClr val="F4F6F7"/>
                </a:solidFill>
                <a:latin typeface="Liberation Sans"/>
                <a:ea typeface="Liberation Sans"/>
                <a:cs typeface="Liberation Sans"/>
              </a:defRPr>
            </a:lvl1pPr>
            <a:lvl2pPr algn="l">
              <a:defRPr sz="1200" b="0" i="0">
                <a:solidFill>
                  <a:srgbClr val="F4F6F7"/>
                </a:solidFill>
                <a:latin typeface="Liberation Sans"/>
                <a:ea typeface="Liberation Sans"/>
                <a:cs typeface="Liberation Sans"/>
              </a:defRPr>
            </a:lvl2pPr>
            <a:lvl3pPr algn="l">
              <a:defRPr sz="1200" b="0" i="0">
                <a:solidFill>
                  <a:srgbClr val="F4F6F7"/>
                </a:solidFill>
                <a:latin typeface="Liberation Sans"/>
                <a:ea typeface="Liberation Sans"/>
                <a:cs typeface="Liberation Sans"/>
              </a:defRPr>
            </a:lvl3pPr>
            <a:lvl4pPr algn="l">
              <a:defRPr sz="1200" b="0" i="0">
                <a:solidFill>
                  <a:srgbClr val="F4F6F7"/>
                </a:solidFill>
                <a:latin typeface="Liberation Sans"/>
                <a:ea typeface="Liberation Sans"/>
                <a:cs typeface="Liberation Sans"/>
              </a:defRPr>
            </a:lvl4pPr>
            <a:lvl5pPr algn="l">
              <a:defRPr sz="1200" b="0" i="0">
                <a:solidFill>
                  <a:srgbClr val="F4F6F7"/>
                </a:solidFill>
                <a:latin typeface="Liberation Sans"/>
                <a:ea typeface="Liberation Sans"/>
                <a:cs typeface="Liberation Sans"/>
              </a:defRPr>
            </a:lvl5pPr>
            <a:lvl6pPr algn="l">
              <a:defRPr sz="1200" b="0" i="0">
                <a:solidFill>
                  <a:srgbClr val="F4F6F7"/>
                </a:solidFill>
                <a:latin typeface="Liberation Sans"/>
                <a:ea typeface="Liberation Sans"/>
                <a:cs typeface="Liberation Sans"/>
              </a:defRPr>
            </a:lvl6pPr>
            <a:lvl7pPr algn="l">
              <a:defRPr sz="1200" b="0" i="0">
                <a:solidFill>
                  <a:srgbClr val="F4F6F7"/>
                </a:solidFill>
                <a:latin typeface="Liberation Sans"/>
                <a:ea typeface="Liberation Sans"/>
                <a:cs typeface="Liberation Sans"/>
              </a:defRPr>
            </a:lvl7pPr>
            <a:lvl8pPr algn="l">
              <a:defRPr sz="1200" b="0" i="0">
                <a:solidFill>
                  <a:srgbClr val="F4F6F7"/>
                </a:solidFill>
                <a:latin typeface="Liberation Sans"/>
                <a:ea typeface="Liberation Sans"/>
                <a:cs typeface="Liberation Sans"/>
              </a:defRPr>
            </a:lvl8pPr>
            <a:lvl9pPr algn="l">
              <a:defRPr sz="1200" b="0" i="0">
                <a:solidFill>
                  <a:srgbClr val="F4F6F7"/>
                </a:solidFill>
                <a:latin typeface="Liberation Sans"/>
                <a:ea typeface="Liberation Sans"/>
                <a:cs typeface="Liberation Sans"/>
              </a:defRPr>
            </a:lvl9pPr>
          </a:lstStyle>
          <a:p xmlns:a="http://schemas.openxmlformats.org/drawingml/2006/main">
            <a:pPr algn="l">
              <a:lnSpc>
                <a:spcPct val="115000"/>
              </a:lnSpc>
              <a:buNone/>
              <a:defRPr sz="1200" b="0" i="0">
                <a:solidFill>
                  <a:srgbClr val="F4F6F7"/>
                </a:solidFill>
                <a:latin typeface="Liberation Sans"/>
                <a:ea typeface="Liberation Sans"/>
                <a:cs typeface="Liberation Sans"/>
              </a:defRPr>
            </a:pPr>
            <a:r>
              <a:rPr sz="1200" b="0" i="0">
                <a:solidFill>
                  <a:srgbClr val="F4F6F7"/>
                </a:solidFill>
                <a:latin typeface="Liberation Sans"/>
                <a:ea typeface="Liberation Sans"/>
                <a:cs typeface="Liberation Sans"/>
              </a:rPr>
              <a:t>if (score &gt; 0) positive++;</a:t>
            </a:r>
          </a:p>
          <a:p xmlns:a="http://schemas.openxmlformats.org/drawingml/2006/main">
            <a:pPr algn="l">
              <a:lnSpc>
                <a:spcPct val="115000"/>
              </a:lnSpc>
              <a:buNone/>
              <a:defRPr sz="1200" b="0" i="0">
                <a:solidFill>
                  <a:srgbClr val="F4F6F7"/>
                </a:solidFill>
                <a:latin typeface="Liberation Sans"/>
                <a:ea typeface="Liberation Sans"/>
                <a:cs typeface="Liberation Sans"/>
              </a:defRPr>
            </a:pPr>
            <a:r>
              <a:rPr sz="1200" b="0" i="0">
                <a:solidFill>
                  <a:srgbClr val="F4F6F7"/>
                </a:solidFill>
                <a:latin typeface="Liberation Sans"/>
                <a:ea typeface="Liberation Sans"/>
                <a:cs typeface="Liberation Sans"/>
              </a:rPr>
              <a:t>else if (score &lt; 0) negative++;</a:t>
            </a:r>
          </a:p>
          <a:p xmlns:a="http://schemas.openxmlformats.org/drawingml/2006/main">
            <a:pPr algn="l">
              <a:lnSpc>
                <a:spcPct val="115000"/>
              </a:lnSpc>
              <a:buNone/>
              <a:defRPr sz="1200" b="0" i="0">
                <a:solidFill>
                  <a:srgbClr val="F4F6F7"/>
                </a:solidFill>
                <a:latin typeface="Liberation Sans"/>
                <a:ea typeface="Liberation Sans"/>
                <a:cs typeface="Liberation Sans"/>
              </a:defRPr>
            </a:pPr>
            <a:r>
              <a:rPr sz="1200" b="0" i="0">
                <a:solidFill>
                  <a:srgbClr val="F4F6F7"/>
                </a:solidFill>
                <a:latin typeface="Liberation Sans"/>
                <a:ea typeface="Liberation Sans"/>
                <a:cs typeface="Liberation Sans"/>
              </a:rPr>
              <a:t>else neutral++;</a:t>
            </a:r>
          </a:p>
        </p:txBody>
      </p:sp>
      <p:sp>
        <p:nvSpPr>
          <p:cNvPr id="13" name="">
            <a:extLst xmlns:a="http://schemas.openxmlformats.org/drawingml/2006/main">
              <a:ext uri="{FF2B5EF4-FFF2-40B4-BE49-F238E27FC236}">
                <a16:creationId xmlns:a16="http://schemas.microsoft.com/office/drawing/2014/main" id="{FBD779B5-0C3F-43AE-90B3-3507602EA95C}"/>
              </a:ext>
            </a:extLst>
          </p:cNvPr>
          <p:cNvSpPr>
            <a:spLocks xmlns:a="http://schemas.openxmlformats.org/drawingml/2006/main" noGrp="1"/>
          </p:cNvSpPr>
          <p:nvPr/>
        </p:nvSpPr>
        <p:spPr>
          <a:xfrm xmlns:a="http://schemas.openxmlformats.org/drawingml/2006/main">
            <a:off x="6286500" y="1476375"/>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i="0">
                <a:solidFill>
                  <a:srgbClr val="10243A"/>
                </a:solidFill>
                <a:latin typeface="Liberation Sans"/>
                <a:ea typeface="Liberation Sans"/>
                <a:cs typeface="Liberation Sans"/>
              </a:defRPr>
            </a:defPPr>
            <a:lvl1pPr algn="l">
              <a:defRPr sz="1875" b="1" i="0">
                <a:solidFill>
                  <a:srgbClr val="10243A"/>
                </a:solidFill>
                <a:latin typeface="Liberation Sans"/>
                <a:ea typeface="Liberation Sans"/>
                <a:cs typeface="Liberation Sans"/>
              </a:defRPr>
            </a:lvl1pPr>
            <a:lvl2pPr algn="l">
              <a:defRPr sz="1875" b="1" i="0">
                <a:solidFill>
                  <a:srgbClr val="10243A"/>
                </a:solidFill>
                <a:latin typeface="Liberation Sans"/>
                <a:ea typeface="Liberation Sans"/>
                <a:cs typeface="Liberation Sans"/>
              </a:defRPr>
            </a:lvl2pPr>
            <a:lvl3pPr algn="l">
              <a:defRPr sz="1875" b="1" i="0">
                <a:solidFill>
                  <a:srgbClr val="10243A"/>
                </a:solidFill>
                <a:latin typeface="Liberation Sans"/>
                <a:ea typeface="Liberation Sans"/>
                <a:cs typeface="Liberation Sans"/>
              </a:defRPr>
            </a:lvl3pPr>
            <a:lvl4pPr algn="l">
              <a:defRPr sz="1875" b="1" i="0">
                <a:solidFill>
                  <a:srgbClr val="10243A"/>
                </a:solidFill>
                <a:latin typeface="Liberation Sans"/>
                <a:ea typeface="Liberation Sans"/>
                <a:cs typeface="Liberation Sans"/>
              </a:defRPr>
            </a:lvl4pPr>
            <a:lvl5pPr algn="l">
              <a:defRPr sz="1875" b="1" i="0">
                <a:solidFill>
                  <a:srgbClr val="10243A"/>
                </a:solidFill>
                <a:latin typeface="Liberation Sans"/>
                <a:ea typeface="Liberation Sans"/>
                <a:cs typeface="Liberation Sans"/>
              </a:defRPr>
            </a:lvl5pPr>
            <a:lvl6pPr algn="l">
              <a:defRPr sz="1875" b="1" i="0">
                <a:solidFill>
                  <a:srgbClr val="10243A"/>
                </a:solidFill>
                <a:latin typeface="Liberation Sans"/>
                <a:ea typeface="Liberation Sans"/>
                <a:cs typeface="Liberation Sans"/>
              </a:defRPr>
            </a:lvl6pPr>
            <a:lvl7pPr algn="l">
              <a:defRPr sz="1875" b="1" i="0">
                <a:solidFill>
                  <a:srgbClr val="10243A"/>
                </a:solidFill>
                <a:latin typeface="Liberation Sans"/>
                <a:ea typeface="Liberation Sans"/>
                <a:cs typeface="Liberation Sans"/>
              </a:defRPr>
            </a:lvl7pPr>
            <a:lvl8pPr algn="l">
              <a:defRPr sz="1875" b="1" i="0">
                <a:solidFill>
                  <a:srgbClr val="10243A"/>
                </a:solidFill>
                <a:latin typeface="Liberation Sans"/>
                <a:ea typeface="Liberation Sans"/>
                <a:cs typeface="Liberation Sans"/>
              </a:defRPr>
            </a:lvl8pPr>
            <a:lvl9pPr algn="l">
              <a:defRPr sz="1875" b="1" i="0">
                <a:solidFill>
                  <a:srgbClr val="10243A"/>
                </a:solidFill>
                <a:latin typeface="Liberation Sans"/>
                <a:ea typeface="Liberation Sans"/>
                <a:cs typeface="Liberation Sans"/>
              </a:defRPr>
            </a:lvl9pPr>
          </a:lstStyle>
          <a:p xmlns:a="http://schemas.openxmlformats.org/drawingml/2006/main">
            <a:pPr algn="l">
              <a:defRPr sz="1875" b="1" i="0">
                <a:solidFill>
                  <a:srgbClr val="10243A"/>
                </a:solidFill>
                <a:latin typeface="Liberation Sans"/>
                <a:ea typeface="Liberation Sans"/>
                <a:cs typeface="Liberation Sans"/>
              </a:defRPr>
            </a:pPr>
            <a:r>
              <a:rPr sz="1875" b="1" i="0">
                <a:solidFill>
                  <a:srgbClr val="10243A"/>
                </a:solidFill>
                <a:latin typeface="Liberation Sans"/>
                <a:ea typeface="Liberation Sans"/>
                <a:cs typeface="Liberation Sans"/>
              </a:rPr>
              <a:t>For loop: one pass over the words</a:t>
            </a:r>
          </a:p>
        </p:txBody>
      </p:sp>
      <p:sp>
        <p:nvSpPr>
          <p:cNvPr id="14" name="">
            <a:extLst xmlns:a="http://schemas.openxmlformats.org/drawingml/2006/main">
              <a:ext uri="{FF2B5EF4-FFF2-40B4-BE49-F238E27FC236}">
                <a16:creationId xmlns:a16="http://schemas.microsoft.com/office/drawing/2014/main" id="{9A2EAFEC-E0AB-48B8-82C6-8810D25D9269}"/>
              </a:ext>
            </a:extLst>
          </p:cNvPr>
          <p:cNvSpPr>
            <a:spLocks xmlns:a="http://schemas.openxmlformats.org/drawingml/2006/main" noGrp="1"/>
          </p:cNvSpPr>
          <p:nvPr/>
        </p:nvSpPr>
        <p:spPr>
          <a:xfrm xmlns:a="http://schemas.openxmlformats.org/drawingml/2006/main">
            <a:off x="6286500" y="1943100"/>
            <a:ext cx="5238750" cy="1981200"/>
          </a:xfrm>
          <a:prstGeom xmlns:a="http://schemas.openxmlformats.org/drawingml/2006/main" prst="rect">
            <a:avLst/>
          </a:prstGeom>
          <a:solidFill xmlns:a="http://schemas.openxmlformats.org/drawingml/2006/main">
            <a:srgbClr val="10243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E40B27D-F52C-4A11-9D0B-D0ECE31F5CF0}"/>
              </a:ext>
            </a:extLst>
          </p:cNvPr>
          <p:cNvSpPr>
            <a:spLocks xmlns:a="http://schemas.openxmlformats.org/drawingml/2006/main" noGrp="1"/>
          </p:cNvSpPr>
          <p:nvPr/>
        </p:nvSpPr>
        <p:spPr>
          <a:xfrm xmlns:a="http://schemas.openxmlformats.org/drawingml/2006/main">
            <a:off x="6477000" y="2095500"/>
            <a:ext cx="48577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F4F6F7"/>
                </a:solidFill>
                <a:latin typeface="Liberation Sans"/>
                <a:ea typeface="Liberation Sans"/>
                <a:cs typeface="Liberation Sans"/>
              </a:defRPr>
            </a:defPPr>
            <a:lvl1pPr algn="l">
              <a:defRPr sz="1200" b="0" i="0">
                <a:solidFill>
                  <a:srgbClr val="F4F6F7"/>
                </a:solidFill>
                <a:latin typeface="Liberation Sans"/>
                <a:ea typeface="Liberation Sans"/>
                <a:cs typeface="Liberation Sans"/>
              </a:defRPr>
            </a:lvl1pPr>
            <a:lvl2pPr algn="l">
              <a:defRPr sz="1200" b="0" i="0">
                <a:solidFill>
                  <a:srgbClr val="F4F6F7"/>
                </a:solidFill>
                <a:latin typeface="Liberation Sans"/>
                <a:ea typeface="Liberation Sans"/>
                <a:cs typeface="Liberation Sans"/>
              </a:defRPr>
            </a:lvl2pPr>
            <a:lvl3pPr algn="l">
              <a:defRPr sz="1200" b="0" i="0">
                <a:solidFill>
                  <a:srgbClr val="F4F6F7"/>
                </a:solidFill>
                <a:latin typeface="Liberation Sans"/>
                <a:ea typeface="Liberation Sans"/>
                <a:cs typeface="Liberation Sans"/>
              </a:defRPr>
            </a:lvl3pPr>
            <a:lvl4pPr algn="l">
              <a:defRPr sz="1200" b="0" i="0">
                <a:solidFill>
                  <a:srgbClr val="F4F6F7"/>
                </a:solidFill>
                <a:latin typeface="Liberation Sans"/>
                <a:ea typeface="Liberation Sans"/>
                <a:cs typeface="Liberation Sans"/>
              </a:defRPr>
            </a:lvl4pPr>
            <a:lvl5pPr algn="l">
              <a:defRPr sz="1200" b="0" i="0">
                <a:solidFill>
                  <a:srgbClr val="F4F6F7"/>
                </a:solidFill>
                <a:latin typeface="Liberation Sans"/>
                <a:ea typeface="Liberation Sans"/>
                <a:cs typeface="Liberation Sans"/>
              </a:defRPr>
            </a:lvl5pPr>
            <a:lvl6pPr algn="l">
              <a:defRPr sz="1200" b="0" i="0">
                <a:solidFill>
                  <a:srgbClr val="F4F6F7"/>
                </a:solidFill>
                <a:latin typeface="Liberation Sans"/>
                <a:ea typeface="Liberation Sans"/>
                <a:cs typeface="Liberation Sans"/>
              </a:defRPr>
            </a:lvl6pPr>
            <a:lvl7pPr algn="l">
              <a:defRPr sz="1200" b="0" i="0">
                <a:solidFill>
                  <a:srgbClr val="F4F6F7"/>
                </a:solidFill>
                <a:latin typeface="Liberation Sans"/>
                <a:ea typeface="Liberation Sans"/>
                <a:cs typeface="Liberation Sans"/>
              </a:defRPr>
            </a:lvl7pPr>
            <a:lvl8pPr algn="l">
              <a:defRPr sz="1200" b="0" i="0">
                <a:solidFill>
                  <a:srgbClr val="F4F6F7"/>
                </a:solidFill>
                <a:latin typeface="Liberation Sans"/>
                <a:ea typeface="Liberation Sans"/>
                <a:cs typeface="Liberation Sans"/>
              </a:defRPr>
            </a:lvl8pPr>
            <a:lvl9pPr algn="l">
              <a:defRPr sz="1200" b="0" i="0">
                <a:solidFill>
                  <a:srgbClr val="F4F6F7"/>
                </a:solidFill>
                <a:latin typeface="Liberation Sans"/>
                <a:ea typeface="Liberation Sans"/>
                <a:cs typeface="Liberation Sans"/>
              </a:defRPr>
            </a:lvl9pPr>
          </a:lstStyle>
          <a:p xmlns:a="http://schemas.openxmlformats.org/drawingml/2006/main">
            <a:pPr algn="l">
              <a:lnSpc>
                <a:spcPct val="115000"/>
              </a:lnSpc>
              <a:buNone/>
              <a:defRPr sz="1200" b="0" i="0">
                <a:solidFill>
                  <a:srgbClr val="F4F6F7"/>
                </a:solidFill>
                <a:latin typeface="Liberation Sans"/>
                <a:ea typeface="Liberation Sans"/>
                <a:cs typeface="Liberation Sans"/>
              </a:defRPr>
            </a:pPr>
            <a:r>
              <a:rPr sz="1200" b="0" i="0">
                <a:solidFill>
                  <a:srgbClr val="F4F6F7"/>
                </a:solidFill>
                <a:latin typeface="Liberation Sans"/>
                <a:ea typeface="Liberation Sans"/>
                <a:cs typeface="Liberation Sans"/>
              </a:rPr>
              <a:t>for (int i = 0; i &lt; words.length; i++) {</a:t>
            </a:r>
          </a:p>
          <a:p xmlns:a="http://schemas.openxmlformats.org/drawingml/2006/main">
            <a:pPr algn="l">
              <a:lnSpc>
                <a:spcPct val="115000"/>
              </a:lnSpc>
              <a:buNone/>
              <a:defRPr sz="1200" b="0" i="0">
                <a:solidFill>
                  <a:srgbClr val="F4F6F7"/>
                </a:solidFill>
                <a:latin typeface="Liberation Sans"/>
                <a:ea typeface="Liberation Sans"/>
                <a:cs typeface="Liberation Sans"/>
              </a:defRPr>
            </a:pPr>
            <a:r>
              <a:rPr sz="1200" b="0" i="0">
                <a:solidFill>
                  <a:srgbClr val="F4F6F7"/>
                </a:solidFill>
                <a:latin typeface="Liberation Sans"/>
                <a:ea typeface="Liberation Sans"/>
                <a:cs typeface="Liberation Sans"/>
              </a:rPr>
              <a:t>  String word = Review.removePunctuation(words[i]);</a:t>
            </a:r>
          </a:p>
          <a:p xmlns:a="http://schemas.openxmlformats.org/drawingml/2006/main">
            <a:pPr algn="l">
              <a:lnSpc>
                <a:spcPct val="115000"/>
              </a:lnSpc>
              <a:buNone/>
              <a:defRPr sz="1200" b="0" i="0">
                <a:solidFill>
                  <a:srgbClr val="F4F6F7"/>
                </a:solidFill>
                <a:latin typeface="Liberation Sans"/>
                <a:ea typeface="Liberation Sans"/>
                <a:cs typeface="Liberation Sans"/>
              </a:defRPr>
            </a:pPr>
            <a:r>
              <a:rPr sz="1200" b="0" i="0">
                <a:solidFill>
                  <a:srgbClr val="F4F6F7"/>
                </a:solidFill>
                <a:latin typeface="Liberation Sans"/>
                <a:ea typeface="Liberation Sans"/>
                <a:cs typeface="Liberation Sans"/>
              </a:rPr>
              <a:t>  if (word.length() &gt; 0) {</a:t>
            </a:r>
          </a:p>
          <a:p xmlns:a="http://schemas.openxmlformats.org/drawingml/2006/main">
            <a:pPr algn="l">
              <a:lnSpc>
                <a:spcPct val="115000"/>
              </a:lnSpc>
              <a:buNone/>
              <a:defRPr sz="1200" b="0" i="0">
                <a:solidFill>
                  <a:srgbClr val="F4F6F7"/>
                </a:solidFill>
                <a:latin typeface="Liberation Sans"/>
                <a:ea typeface="Liberation Sans"/>
                <a:cs typeface="Liberation Sans"/>
              </a:defRPr>
            </a:pPr>
            <a:r>
              <a:rPr sz="1200" b="0" i="0">
                <a:solidFill>
                  <a:srgbClr val="F4F6F7"/>
                </a:solidFill>
                <a:latin typeface="Liberation Sans"/>
                <a:ea typeface="Liberation Sans"/>
                <a:cs typeface="Liberation Sans"/>
              </a:rPr>
              <a:t>    total += Review.sentimentVal(word);</a:t>
            </a:r>
          </a:p>
          <a:p xmlns:a="http://schemas.openxmlformats.org/drawingml/2006/main">
            <a:pPr algn="l">
              <a:lnSpc>
                <a:spcPct val="115000"/>
              </a:lnSpc>
              <a:buNone/>
              <a:defRPr sz="1200" b="0" i="0">
                <a:solidFill>
                  <a:srgbClr val="F4F6F7"/>
                </a:solidFill>
                <a:latin typeface="Liberation Sans"/>
                <a:ea typeface="Liberation Sans"/>
                <a:cs typeface="Liberation Sans"/>
              </a:defRPr>
            </a:pPr>
            <a:r>
              <a:rPr sz="1200" b="0" i="0">
                <a:solidFill>
                  <a:srgbClr val="F4F6F7"/>
                </a:solidFill>
                <a:latin typeface="Liberation Sans"/>
                <a:ea typeface="Liberation Sans"/>
                <a:cs typeface="Liberation Sans"/>
              </a:rPr>
              <a:t>  }</a:t>
            </a:r>
          </a:p>
          <a:p xmlns:a="http://schemas.openxmlformats.org/drawingml/2006/main">
            <a:pPr algn="l">
              <a:lnSpc>
                <a:spcPct val="115000"/>
              </a:lnSpc>
              <a:buNone/>
              <a:defRPr sz="1200" b="0" i="0">
                <a:solidFill>
                  <a:srgbClr val="F4F6F7"/>
                </a:solidFill>
                <a:latin typeface="Liberation Sans"/>
                <a:ea typeface="Liberation Sans"/>
                <a:cs typeface="Liberation Sans"/>
              </a:defRPr>
            </a:pPr>
            <a:r>
              <a:rPr sz="1200" b="0" i="0">
                <a:solidFill>
                  <a:srgbClr val="F4F6F7"/>
                </a:solidFill>
                <a:latin typeface="Liberation Sans"/>
                <a:ea typeface="Liberation Sans"/>
                <a:cs typeface="Liberation Sans"/>
              </a:rPr>
              <a:t>}</a:t>
            </a:r>
          </a:p>
        </p:txBody>
      </p:sp>
      <p:sp>
        <p:nvSpPr>
          <p:cNvPr id="16" name="">
            <a:extLst xmlns:a="http://schemas.openxmlformats.org/drawingml/2006/main">
              <a:ext uri="{FF2B5EF4-FFF2-40B4-BE49-F238E27FC236}">
                <a16:creationId xmlns:a16="http://schemas.microsoft.com/office/drawing/2014/main" id="{C3BE2414-DDF3-49DB-8F82-A9409DBAA0BB}"/>
              </a:ext>
            </a:extLst>
          </p:cNvPr>
          <p:cNvSpPr>
            <a:spLocks xmlns:a="http://schemas.openxmlformats.org/drawingml/2006/main" noGrp="1"/>
          </p:cNvSpPr>
          <p:nvPr/>
        </p:nvSpPr>
        <p:spPr>
          <a:xfrm xmlns:a="http://schemas.openxmlformats.org/drawingml/2006/main">
            <a:off x="6286500" y="422910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i="0">
                <a:solidFill>
                  <a:srgbClr val="10243A"/>
                </a:solidFill>
                <a:latin typeface="Liberation Sans"/>
                <a:ea typeface="Liberation Sans"/>
                <a:cs typeface="Liberation Sans"/>
              </a:defRPr>
            </a:defPPr>
            <a:lvl1pPr algn="l">
              <a:defRPr sz="1800" b="1" i="0">
                <a:solidFill>
                  <a:srgbClr val="10243A"/>
                </a:solidFill>
                <a:latin typeface="Liberation Sans"/>
                <a:ea typeface="Liberation Sans"/>
                <a:cs typeface="Liberation Sans"/>
              </a:defRPr>
            </a:lvl1pPr>
            <a:lvl2pPr algn="l">
              <a:defRPr sz="1800" b="1" i="0">
                <a:solidFill>
                  <a:srgbClr val="10243A"/>
                </a:solidFill>
                <a:latin typeface="Liberation Sans"/>
                <a:ea typeface="Liberation Sans"/>
                <a:cs typeface="Liberation Sans"/>
              </a:defRPr>
            </a:lvl2pPr>
            <a:lvl3pPr algn="l">
              <a:defRPr sz="1800" b="1" i="0">
                <a:solidFill>
                  <a:srgbClr val="10243A"/>
                </a:solidFill>
                <a:latin typeface="Liberation Sans"/>
                <a:ea typeface="Liberation Sans"/>
                <a:cs typeface="Liberation Sans"/>
              </a:defRPr>
            </a:lvl3pPr>
            <a:lvl4pPr algn="l">
              <a:defRPr sz="1800" b="1" i="0">
                <a:solidFill>
                  <a:srgbClr val="10243A"/>
                </a:solidFill>
                <a:latin typeface="Liberation Sans"/>
                <a:ea typeface="Liberation Sans"/>
                <a:cs typeface="Liberation Sans"/>
              </a:defRPr>
            </a:lvl4pPr>
            <a:lvl5pPr algn="l">
              <a:defRPr sz="1800" b="1" i="0">
                <a:solidFill>
                  <a:srgbClr val="10243A"/>
                </a:solidFill>
                <a:latin typeface="Liberation Sans"/>
                <a:ea typeface="Liberation Sans"/>
                <a:cs typeface="Liberation Sans"/>
              </a:defRPr>
            </a:lvl5pPr>
            <a:lvl6pPr algn="l">
              <a:defRPr sz="1800" b="1" i="0">
                <a:solidFill>
                  <a:srgbClr val="10243A"/>
                </a:solidFill>
                <a:latin typeface="Liberation Sans"/>
                <a:ea typeface="Liberation Sans"/>
                <a:cs typeface="Liberation Sans"/>
              </a:defRPr>
            </a:lvl6pPr>
            <a:lvl7pPr algn="l">
              <a:defRPr sz="1800" b="1" i="0">
                <a:solidFill>
                  <a:srgbClr val="10243A"/>
                </a:solidFill>
                <a:latin typeface="Liberation Sans"/>
                <a:ea typeface="Liberation Sans"/>
                <a:cs typeface="Liberation Sans"/>
              </a:defRPr>
            </a:lvl7pPr>
            <a:lvl8pPr algn="l">
              <a:defRPr sz="1800" b="1" i="0">
                <a:solidFill>
                  <a:srgbClr val="10243A"/>
                </a:solidFill>
                <a:latin typeface="Liberation Sans"/>
                <a:ea typeface="Liberation Sans"/>
                <a:cs typeface="Liberation Sans"/>
              </a:defRPr>
            </a:lvl8pPr>
            <a:lvl9pPr algn="l">
              <a:defRPr sz="1800" b="1" i="0">
                <a:solidFill>
                  <a:srgbClr val="10243A"/>
                </a:solidFill>
                <a:latin typeface="Liberation Sans"/>
                <a:ea typeface="Liberation Sans"/>
                <a:cs typeface="Liberation Sans"/>
              </a:defRPr>
            </a:lvl9pPr>
          </a:lstStyle>
          <a:p xmlns:a="http://schemas.openxmlformats.org/drawingml/2006/main">
            <a:pPr algn="l">
              <a:defRPr sz="1800" b="1" i="0">
                <a:solidFill>
                  <a:srgbClr val="10243A"/>
                </a:solidFill>
                <a:latin typeface="Liberation Sans"/>
                <a:ea typeface="Liberation Sans"/>
                <a:cs typeface="Liberation Sans"/>
              </a:defRPr>
            </a:pPr>
            <a:r>
              <a:rPr sz="1800" b="1" i="0">
                <a:solidFill>
                  <a:srgbClr val="10243A"/>
                </a:solidFill>
                <a:latin typeface="Liberation Sans"/>
                <a:ea typeface="Liberation Sans"/>
                <a:cs typeface="Liberation Sans"/>
              </a:rPr>
              <a:t>Equivalent while loop</a:t>
            </a:r>
          </a:p>
        </p:txBody>
      </p:sp>
      <p:sp>
        <p:nvSpPr>
          <p:cNvPr id="17" name="">
            <a:extLst xmlns:a="http://schemas.openxmlformats.org/drawingml/2006/main">
              <a:ext uri="{FF2B5EF4-FFF2-40B4-BE49-F238E27FC236}">
                <a16:creationId xmlns:a16="http://schemas.microsoft.com/office/drawing/2014/main" id="{6AC8D753-221C-4B63-A730-6200BFEF7145}"/>
              </a:ext>
            </a:extLst>
          </p:cNvPr>
          <p:cNvSpPr>
            <a:spLocks xmlns:a="http://schemas.openxmlformats.org/drawingml/2006/main" noGrp="1"/>
          </p:cNvSpPr>
          <p:nvPr/>
        </p:nvSpPr>
        <p:spPr>
          <a:xfrm xmlns:a="http://schemas.openxmlformats.org/drawingml/2006/main">
            <a:off x="6286500" y="4657725"/>
            <a:ext cx="5238750" cy="1495425"/>
          </a:xfrm>
          <a:prstGeom xmlns:a="http://schemas.openxmlformats.org/drawingml/2006/main" prst="rect">
            <a:avLst/>
          </a:prstGeom>
          <a:solidFill xmlns:a="http://schemas.openxmlformats.org/drawingml/2006/main">
            <a:srgbClr val="1024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BC6F54C-BDBB-4320-959C-A8703DD6A9E9}"/>
              </a:ext>
            </a:extLst>
          </p:cNvPr>
          <p:cNvSpPr>
            <a:spLocks xmlns:a="http://schemas.openxmlformats.org/drawingml/2006/main" noGrp="1"/>
          </p:cNvSpPr>
          <p:nvPr/>
        </p:nvSpPr>
        <p:spPr>
          <a:xfrm xmlns:a="http://schemas.openxmlformats.org/drawingml/2006/main">
            <a:off x="6477000" y="4810125"/>
            <a:ext cx="4857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F4F6F7"/>
                </a:solidFill>
                <a:latin typeface="Liberation Sans"/>
                <a:ea typeface="Liberation Sans"/>
                <a:cs typeface="Liberation Sans"/>
              </a:defRPr>
            </a:defPPr>
            <a:lvl1pPr algn="l">
              <a:defRPr sz="1275" b="0" i="0">
                <a:solidFill>
                  <a:srgbClr val="F4F6F7"/>
                </a:solidFill>
                <a:latin typeface="Liberation Sans"/>
                <a:ea typeface="Liberation Sans"/>
                <a:cs typeface="Liberation Sans"/>
              </a:defRPr>
            </a:lvl1pPr>
            <a:lvl2pPr algn="l">
              <a:defRPr sz="1275" b="0" i="0">
                <a:solidFill>
                  <a:srgbClr val="F4F6F7"/>
                </a:solidFill>
                <a:latin typeface="Liberation Sans"/>
                <a:ea typeface="Liberation Sans"/>
                <a:cs typeface="Liberation Sans"/>
              </a:defRPr>
            </a:lvl2pPr>
            <a:lvl3pPr algn="l">
              <a:defRPr sz="1275" b="0" i="0">
                <a:solidFill>
                  <a:srgbClr val="F4F6F7"/>
                </a:solidFill>
                <a:latin typeface="Liberation Sans"/>
                <a:ea typeface="Liberation Sans"/>
                <a:cs typeface="Liberation Sans"/>
              </a:defRPr>
            </a:lvl3pPr>
            <a:lvl4pPr algn="l">
              <a:defRPr sz="1275" b="0" i="0">
                <a:solidFill>
                  <a:srgbClr val="F4F6F7"/>
                </a:solidFill>
                <a:latin typeface="Liberation Sans"/>
                <a:ea typeface="Liberation Sans"/>
                <a:cs typeface="Liberation Sans"/>
              </a:defRPr>
            </a:lvl4pPr>
            <a:lvl5pPr algn="l">
              <a:defRPr sz="1275" b="0" i="0">
                <a:solidFill>
                  <a:srgbClr val="F4F6F7"/>
                </a:solidFill>
                <a:latin typeface="Liberation Sans"/>
                <a:ea typeface="Liberation Sans"/>
                <a:cs typeface="Liberation Sans"/>
              </a:defRPr>
            </a:lvl5pPr>
            <a:lvl6pPr algn="l">
              <a:defRPr sz="1275" b="0" i="0">
                <a:solidFill>
                  <a:srgbClr val="F4F6F7"/>
                </a:solidFill>
                <a:latin typeface="Liberation Sans"/>
                <a:ea typeface="Liberation Sans"/>
                <a:cs typeface="Liberation Sans"/>
              </a:defRPr>
            </a:lvl6pPr>
            <a:lvl7pPr algn="l">
              <a:defRPr sz="1275" b="0" i="0">
                <a:solidFill>
                  <a:srgbClr val="F4F6F7"/>
                </a:solidFill>
                <a:latin typeface="Liberation Sans"/>
                <a:ea typeface="Liberation Sans"/>
                <a:cs typeface="Liberation Sans"/>
              </a:defRPr>
            </a:lvl7pPr>
            <a:lvl8pPr algn="l">
              <a:defRPr sz="1275" b="0" i="0">
                <a:solidFill>
                  <a:srgbClr val="F4F6F7"/>
                </a:solidFill>
                <a:latin typeface="Liberation Sans"/>
                <a:ea typeface="Liberation Sans"/>
                <a:cs typeface="Liberation Sans"/>
              </a:defRPr>
            </a:lvl8pPr>
            <a:lvl9pPr algn="l">
              <a:defRPr sz="1275" b="0" i="0">
                <a:solidFill>
                  <a:srgbClr val="F4F6F7"/>
                </a:solidFill>
                <a:latin typeface="Liberation Sans"/>
                <a:ea typeface="Liberation Sans"/>
                <a:cs typeface="Liberation Sans"/>
              </a:defRPr>
            </a:lvl9pPr>
          </a:lstStyle>
          <a:p xmlns:a="http://schemas.openxmlformats.org/drawingml/2006/main">
            <a:pPr algn="l">
              <a:lnSpc>
                <a:spcPct val="115000"/>
              </a:lnSpc>
              <a:buNone/>
              <a:defRPr sz="1275" b="0" i="0">
                <a:solidFill>
                  <a:srgbClr val="F4F6F7"/>
                </a:solidFill>
                <a:latin typeface="Liberation Sans"/>
                <a:ea typeface="Liberation Sans"/>
                <a:cs typeface="Liberation Sans"/>
              </a:defRPr>
            </a:pPr>
            <a:r>
              <a:rPr sz="1275" b="0" i="0">
                <a:solidFill>
                  <a:srgbClr val="F4F6F7"/>
                </a:solidFill>
                <a:latin typeface="Liberation Sans"/>
                <a:ea typeface="Liberation Sans"/>
                <a:cs typeface="Liberation Sans"/>
              </a:rPr>
              <a:t>int i = 0;</a:t>
            </a:r>
          </a:p>
          <a:p xmlns:a="http://schemas.openxmlformats.org/drawingml/2006/main">
            <a:pPr algn="l">
              <a:lnSpc>
                <a:spcPct val="115000"/>
              </a:lnSpc>
              <a:buNone/>
              <a:defRPr sz="1275" b="0" i="0">
                <a:solidFill>
                  <a:srgbClr val="F4F6F7"/>
                </a:solidFill>
                <a:latin typeface="Liberation Sans"/>
                <a:ea typeface="Liberation Sans"/>
                <a:cs typeface="Liberation Sans"/>
              </a:defRPr>
            </a:pPr>
            <a:r>
              <a:rPr sz="1275" b="0" i="0">
                <a:solidFill>
                  <a:srgbClr val="F4F6F7"/>
                </a:solidFill>
                <a:latin typeface="Liberation Sans"/>
                <a:ea typeface="Liberation Sans"/>
                <a:cs typeface="Liberation Sans"/>
              </a:rPr>
              <a:t>while (i &lt; words.length) {</a:t>
            </a:r>
          </a:p>
          <a:p xmlns:a="http://schemas.openxmlformats.org/drawingml/2006/main">
            <a:pPr algn="l">
              <a:lnSpc>
                <a:spcPct val="115000"/>
              </a:lnSpc>
              <a:buNone/>
              <a:defRPr sz="1275" b="0" i="0">
                <a:solidFill>
                  <a:srgbClr val="F4F6F7"/>
                </a:solidFill>
                <a:latin typeface="Liberation Sans"/>
                <a:ea typeface="Liberation Sans"/>
                <a:cs typeface="Liberation Sans"/>
              </a:defRPr>
            </a:pPr>
            <a:r>
              <a:rPr sz="1275" b="0" i="0">
                <a:solidFill>
                  <a:srgbClr val="F4F6F7"/>
                </a:solidFill>
                <a:latin typeface="Liberation Sans"/>
                <a:ea typeface="Liberation Sans"/>
                <a:cs typeface="Liberation Sans"/>
              </a:rPr>
              <a:t>  // same word-processing steps</a:t>
            </a:r>
          </a:p>
          <a:p xmlns:a="http://schemas.openxmlformats.org/drawingml/2006/main">
            <a:pPr algn="l">
              <a:lnSpc>
                <a:spcPct val="115000"/>
              </a:lnSpc>
              <a:buNone/>
              <a:defRPr sz="1275" b="0" i="0">
                <a:solidFill>
                  <a:srgbClr val="F4F6F7"/>
                </a:solidFill>
                <a:latin typeface="Liberation Sans"/>
                <a:ea typeface="Liberation Sans"/>
                <a:cs typeface="Liberation Sans"/>
              </a:defRPr>
            </a:pPr>
            <a:r>
              <a:rPr sz="1275" b="0" i="0">
                <a:solidFill>
                  <a:srgbClr val="F4F6F7"/>
                </a:solidFill>
                <a:latin typeface="Liberation Sans"/>
                <a:ea typeface="Liberation Sans"/>
                <a:cs typeface="Liberation Sans"/>
              </a:rPr>
              <a:t>  i++;</a:t>
            </a:r>
          </a:p>
          <a:p xmlns:a="http://schemas.openxmlformats.org/drawingml/2006/main">
            <a:pPr algn="l">
              <a:lnSpc>
                <a:spcPct val="115000"/>
              </a:lnSpc>
              <a:buNone/>
              <a:defRPr sz="1275" b="0" i="0">
                <a:solidFill>
                  <a:srgbClr val="F4F6F7"/>
                </a:solidFill>
                <a:latin typeface="Liberation Sans"/>
                <a:ea typeface="Liberation Sans"/>
                <a:cs typeface="Liberation Sans"/>
              </a:defRPr>
            </a:pPr>
            <a:r>
              <a:rPr sz="1275" b="0" i="0">
                <a:solidFill>
                  <a:srgbClr val="F4F6F7"/>
                </a:solidFill>
                <a:latin typeface="Liberation Sans"/>
                <a:ea typeface="Liberation Sans"/>
                <a:cs typeface="Liberation Sans"/>
              </a:rPr>
              <a:t>}</a:t>
            </a:r>
          </a:p>
        </p:txBody>
      </p:sp>
    </p:spTree>
    <p:extLst>
      <p:ext uri="{BB962C8B-B14F-4D97-AF65-F5344CB8AC3E}">
        <p14:creationId xmlns:p14="http://schemas.microsoft.com/office/powerpoint/2010/main" val="377845925"/>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AC2A4D9F-02BF-47AB-A807-B757ADD7A086}"/>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34877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5988AA9-D79D-4793-AF8A-E579536AFD12}"/>
              </a:ext>
            </a:extLst>
          </p:cNvPr>
          <p:cNvSpPr>
            <a:spLocks xmlns:a="http://schemas.openxmlformats.org/drawingml/2006/main" noGrp="1"/>
          </p:cNvSpPr>
          <p:nvPr/>
        </p:nvSpPr>
        <p:spPr>
          <a:xfrm xmlns:a="http://schemas.openxmlformats.org/drawingml/2006/main">
            <a:off x="685800" y="457200"/>
            <a:ext cx="1076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i="0">
                <a:solidFill>
                  <a:srgbClr val="10243A"/>
                </a:solidFill>
                <a:latin typeface="Liberation Sans"/>
                <a:ea typeface="Liberation Sans"/>
                <a:cs typeface="Liberation Sans"/>
              </a:defRPr>
            </a:defPPr>
            <a:lvl1pPr algn="l">
              <a:defRPr sz="2850" b="1" i="0">
                <a:solidFill>
                  <a:srgbClr val="10243A"/>
                </a:solidFill>
                <a:latin typeface="Liberation Sans"/>
                <a:ea typeface="Liberation Sans"/>
                <a:cs typeface="Liberation Sans"/>
              </a:defRPr>
            </a:lvl1pPr>
            <a:lvl2pPr algn="l">
              <a:defRPr sz="2850" b="1" i="0">
                <a:solidFill>
                  <a:srgbClr val="10243A"/>
                </a:solidFill>
                <a:latin typeface="Liberation Sans"/>
                <a:ea typeface="Liberation Sans"/>
                <a:cs typeface="Liberation Sans"/>
              </a:defRPr>
            </a:lvl2pPr>
            <a:lvl3pPr algn="l">
              <a:defRPr sz="2850" b="1" i="0">
                <a:solidFill>
                  <a:srgbClr val="10243A"/>
                </a:solidFill>
                <a:latin typeface="Liberation Sans"/>
                <a:ea typeface="Liberation Sans"/>
                <a:cs typeface="Liberation Sans"/>
              </a:defRPr>
            </a:lvl3pPr>
            <a:lvl4pPr algn="l">
              <a:defRPr sz="2850" b="1" i="0">
                <a:solidFill>
                  <a:srgbClr val="10243A"/>
                </a:solidFill>
                <a:latin typeface="Liberation Sans"/>
                <a:ea typeface="Liberation Sans"/>
                <a:cs typeface="Liberation Sans"/>
              </a:defRPr>
            </a:lvl4pPr>
            <a:lvl5pPr algn="l">
              <a:defRPr sz="2850" b="1" i="0">
                <a:solidFill>
                  <a:srgbClr val="10243A"/>
                </a:solidFill>
                <a:latin typeface="Liberation Sans"/>
                <a:ea typeface="Liberation Sans"/>
                <a:cs typeface="Liberation Sans"/>
              </a:defRPr>
            </a:lvl5pPr>
            <a:lvl6pPr algn="l">
              <a:defRPr sz="2850" b="1" i="0">
                <a:solidFill>
                  <a:srgbClr val="10243A"/>
                </a:solidFill>
                <a:latin typeface="Liberation Sans"/>
                <a:ea typeface="Liberation Sans"/>
                <a:cs typeface="Liberation Sans"/>
              </a:defRPr>
            </a:lvl6pPr>
            <a:lvl7pPr algn="l">
              <a:defRPr sz="2850" b="1" i="0">
                <a:solidFill>
                  <a:srgbClr val="10243A"/>
                </a:solidFill>
                <a:latin typeface="Liberation Sans"/>
                <a:ea typeface="Liberation Sans"/>
                <a:cs typeface="Liberation Sans"/>
              </a:defRPr>
            </a:lvl7pPr>
            <a:lvl8pPr algn="l">
              <a:defRPr sz="2850" b="1" i="0">
                <a:solidFill>
                  <a:srgbClr val="10243A"/>
                </a:solidFill>
                <a:latin typeface="Liberation Sans"/>
                <a:ea typeface="Liberation Sans"/>
                <a:cs typeface="Liberation Sans"/>
              </a:defRPr>
            </a:lvl8pPr>
            <a:lvl9pPr algn="l">
              <a:defRPr sz="2850" b="1" i="0">
                <a:solidFill>
                  <a:srgbClr val="10243A"/>
                </a:solidFill>
                <a:latin typeface="Liberation Sans"/>
                <a:ea typeface="Liberation Sans"/>
                <a:cs typeface="Liberation Sans"/>
              </a:defRPr>
            </a:lvl9pPr>
          </a:lstStyle>
          <a:p xmlns:a="http://schemas.openxmlformats.org/drawingml/2006/main">
            <a:pPr algn="l">
              <a:defRPr sz="2850" b="1" i="0">
                <a:solidFill>
                  <a:srgbClr val="10243A"/>
                </a:solidFill>
                <a:latin typeface="Liberation Sans"/>
                <a:ea typeface="Liberation Sans"/>
                <a:cs typeface="Liberation Sans"/>
              </a:defRPr>
            </a:pPr>
            <a:r>
              <a:rPr sz="2850" b="1" i="0">
                <a:solidFill>
                  <a:srgbClr val="10243A"/>
                </a:solidFill>
                <a:latin typeface="Liberation Sans"/>
                <a:ea typeface="Liberation Sans"/>
                <a:cs typeface="Liberation Sans"/>
              </a:rPr>
              <a:t>Requirements and conclusion</a:t>
            </a:r>
          </a:p>
        </p:txBody>
      </p:sp>
      <p:sp>
        <p:nvSpPr>
          <p:cNvPr id="3" name="">
            <a:extLst xmlns:a="http://schemas.openxmlformats.org/drawingml/2006/main">
              <a:ext uri="{FF2B5EF4-FFF2-40B4-BE49-F238E27FC236}">
                <a16:creationId xmlns:a16="http://schemas.microsoft.com/office/drawing/2014/main" id="{A4B66F85-81CC-44EC-AF27-83F7DCA68615}"/>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6668694-3BCC-4739-B3AE-E90C92F18C91}"/>
              </a:ext>
            </a:extLst>
          </p:cNvPr>
          <p:cNvSpPr>
            <a:spLocks xmlns:a="http://schemas.openxmlformats.org/drawingml/2006/main" noGrp="1"/>
          </p:cNvSpPr>
          <p:nvPr/>
        </p:nvSpPr>
        <p:spPr>
          <a:xfrm xmlns:a="http://schemas.openxmlformats.org/drawingml/2006/main">
            <a:off x="685800" y="64579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0">
                <a:solidFill>
                  <a:srgbClr val="687783"/>
                </a:solidFill>
                <a:latin typeface="Liberation Sans"/>
                <a:ea typeface="Liberation Sans"/>
                <a:cs typeface="Liberation Sans"/>
              </a:defRPr>
            </a:defPPr>
            <a:lvl1pPr algn="l">
              <a:defRPr sz="1050" b="0" i="0">
                <a:solidFill>
                  <a:srgbClr val="687783"/>
                </a:solidFill>
                <a:latin typeface="Liberation Sans"/>
                <a:ea typeface="Liberation Sans"/>
                <a:cs typeface="Liberation Sans"/>
              </a:defRPr>
            </a:lvl1pPr>
            <a:lvl2pPr algn="l">
              <a:defRPr sz="1050" b="0" i="0">
                <a:solidFill>
                  <a:srgbClr val="687783"/>
                </a:solidFill>
                <a:latin typeface="Liberation Sans"/>
                <a:ea typeface="Liberation Sans"/>
                <a:cs typeface="Liberation Sans"/>
              </a:defRPr>
            </a:lvl2pPr>
            <a:lvl3pPr algn="l">
              <a:defRPr sz="1050" b="0" i="0">
                <a:solidFill>
                  <a:srgbClr val="687783"/>
                </a:solidFill>
                <a:latin typeface="Liberation Sans"/>
                <a:ea typeface="Liberation Sans"/>
                <a:cs typeface="Liberation Sans"/>
              </a:defRPr>
            </a:lvl3pPr>
            <a:lvl4pPr algn="l">
              <a:defRPr sz="1050" b="0" i="0">
                <a:solidFill>
                  <a:srgbClr val="687783"/>
                </a:solidFill>
                <a:latin typeface="Liberation Sans"/>
                <a:ea typeface="Liberation Sans"/>
                <a:cs typeface="Liberation Sans"/>
              </a:defRPr>
            </a:lvl4pPr>
            <a:lvl5pPr algn="l">
              <a:defRPr sz="1050" b="0" i="0">
                <a:solidFill>
                  <a:srgbClr val="687783"/>
                </a:solidFill>
                <a:latin typeface="Liberation Sans"/>
                <a:ea typeface="Liberation Sans"/>
                <a:cs typeface="Liberation Sans"/>
              </a:defRPr>
            </a:lvl5pPr>
            <a:lvl6pPr algn="l">
              <a:defRPr sz="1050" b="0" i="0">
                <a:solidFill>
                  <a:srgbClr val="687783"/>
                </a:solidFill>
                <a:latin typeface="Liberation Sans"/>
                <a:ea typeface="Liberation Sans"/>
                <a:cs typeface="Liberation Sans"/>
              </a:defRPr>
            </a:lvl6pPr>
            <a:lvl7pPr algn="l">
              <a:defRPr sz="1050" b="0" i="0">
                <a:solidFill>
                  <a:srgbClr val="687783"/>
                </a:solidFill>
                <a:latin typeface="Liberation Sans"/>
                <a:ea typeface="Liberation Sans"/>
                <a:cs typeface="Liberation Sans"/>
              </a:defRPr>
            </a:lvl7pPr>
            <a:lvl8pPr algn="l">
              <a:defRPr sz="1050" b="0" i="0">
                <a:solidFill>
                  <a:srgbClr val="687783"/>
                </a:solidFill>
                <a:latin typeface="Liberation Sans"/>
                <a:ea typeface="Liberation Sans"/>
                <a:cs typeface="Liberation Sans"/>
              </a:defRPr>
            </a:lvl8pPr>
            <a:lvl9pPr algn="l">
              <a:defRPr sz="1050" b="0" i="0">
                <a:solidFill>
                  <a:srgbClr val="687783"/>
                </a:solidFill>
                <a:latin typeface="Liberation Sans"/>
                <a:ea typeface="Liberation Sans"/>
                <a:cs typeface="Liberation Sans"/>
              </a:defRPr>
            </a:lvl9pPr>
          </a:lstStyle>
          <a:p xmlns:a="http://schemas.openxmlformats.org/drawingml/2006/main">
            <a:pPr algn="l">
              <a:defRPr sz="1050" b="0" i="0">
                <a:solidFill>
                  <a:srgbClr val="687783"/>
                </a:solidFill>
                <a:latin typeface="Liberation Sans"/>
                <a:ea typeface="Liberation Sans"/>
                <a:cs typeface="Liberation Sans"/>
              </a:defRPr>
            </a:pPr>
            <a:r>
              <a:rPr sz="1050" b="0" i="0">
                <a:solidFill>
                  <a:srgbClr val="687783"/>
                </a:solidFill>
                <a:latin typeface="Liberation Sans"/>
                <a:ea typeface="Liberation Sans"/>
                <a:cs typeface="Liberation Sans"/>
              </a:rPr>
              <a:t>Consumer Review Lab · Activity 5</a:t>
            </a:r>
          </a:p>
        </p:txBody>
      </p:sp>
      <p:sp>
        <p:nvSpPr>
          <p:cNvPr id="5" name="">
            <a:extLst xmlns:a="http://schemas.openxmlformats.org/drawingml/2006/main">
              <a:ext uri="{FF2B5EF4-FFF2-40B4-BE49-F238E27FC236}">
                <a16:creationId xmlns:a16="http://schemas.microsoft.com/office/drawing/2014/main" id="{50D38EA1-F633-4AB5-82B1-3FB5B6F1EC6E}"/>
              </a:ext>
            </a:extLst>
          </p:cNvPr>
          <p:cNvSpPr>
            <a:spLocks xmlns:a="http://schemas.openxmlformats.org/drawingml/2006/main" noGrp="1"/>
          </p:cNvSpPr>
          <p:nvPr/>
        </p:nvSpPr>
        <p:spPr>
          <a:xfrm xmlns:a="http://schemas.openxmlformats.org/drawingml/2006/main">
            <a:off x="11106150" y="64389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0" i="0">
                <a:solidFill>
                  <a:srgbClr val="687783"/>
                </a:solidFill>
                <a:latin typeface="Liberation Sans"/>
                <a:ea typeface="Liberation Sans"/>
                <a:cs typeface="Liberation Sans"/>
              </a:defRPr>
            </a:defPPr>
            <a:lvl1pPr algn="r">
              <a:defRPr sz="1125" b="0" i="0">
                <a:solidFill>
                  <a:srgbClr val="687783"/>
                </a:solidFill>
                <a:latin typeface="Liberation Sans"/>
                <a:ea typeface="Liberation Sans"/>
                <a:cs typeface="Liberation Sans"/>
              </a:defRPr>
            </a:lvl1pPr>
            <a:lvl2pPr algn="r">
              <a:defRPr sz="1125" b="0" i="0">
                <a:solidFill>
                  <a:srgbClr val="687783"/>
                </a:solidFill>
                <a:latin typeface="Liberation Sans"/>
                <a:ea typeface="Liberation Sans"/>
                <a:cs typeface="Liberation Sans"/>
              </a:defRPr>
            </a:lvl2pPr>
            <a:lvl3pPr algn="r">
              <a:defRPr sz="1125" b="0" i="0">
                <a:solidFill>
                  <a:srgbClr val="687783"/>
                </a:solidFill>
                <a:latin typeface="Liberation Sans"/>
                <a:ea typeface="Liberation Sans"/>
                <a:cs typeface="Liberation Sans"/>
              </a:defRPr>
            </a:lvl3pPr>
            <a:lvl4pPr algn="r">
              <a:defRPr sz="1125" b="0" i="0">
                <a:solidFill>
                  <a:srgbClr val="687783"/>
                </a:solidFill>
                <a:latin typeface="Liberation Sans"/>
                <a:ea typeface="Liberation Sans"/>
                <a:cs typeface="Liberation Sans"/>
              </a:defRPr>
            </a:lvl4pPr>
            <a:lvl5pPr algn="r">
              <a:defRPr sz="1125" b="0" i="0">
                <a:solidFill>
                  <a:srgbClr val="687783"/>
                </a:solidFill>
                <a:latin typeface="Liberation Sans"/>
                <a:ea typeface="Liberation Sans"/>
                <a:cs typeface="Liberation Sans"/>
              </a:defRPr>
            </a:lvl5pPr>
            <a:lvl6pPr algn="r">
              <a:defRPr sz="1125" b="0" i="0">
                <a:solidFill>
                  <a:srgbClr val="687783"/>
                </a:solidFill>
                <a:latin typeface="Liberation Sans"/>
                <a:ea typeface="Liberation Sans"/>
                <a:cs typeface="Liberation Sans"/>
              </a:defRPr>
            </a:lvl6pPr>
            <a:lvl7pPr algn="r">
              <a:defRPr sz="1125" b="0" i="0">
                <a:solidFill>
                  <a:srgbClr val="687783"/>
                </a:solidFill>
                <a:latin typeface="Liberation Sans"/>
                <a:ea typeface="Liberation Sans"/>
                <a:cs typeface="Liberation Sans"/>
              </a:defRPr>
            </a:lvl7pPr>
            <a:lvl8pPr algn="r">
              <a:defRPr sz="1125" b="0" i="0">
                <a:solidFill>
                  <a:srgbClr val="687783"/>
                </a:solidFill>
                <a:latin typeface="Liberation Sans"/>
                <a:ea typeface="Liberation Sans"/>
                <a:cs typeface="Liberation Sans"/>
              </a:defRPr>
            </a:lvl8pPr>
            <a:lvl9pPr algn="r">
              <a:defRPr sz="1125" b="0" i="0">
                <a:solidFill>
                  <a:srgbClr val="687783"/>
                </a:solidFill>
                <a:latin typeface="Liberation Sans"/>
                <a:ea typeface="Liberation Sans"/>
                <a:cs typeface="Liberation Sans"/>
              </a:defRPr>
            </a:lvl9pPr>
          </a:lstStyle>
          <a:p xmlns:a="http://schemas.openxmlformats.org/drawingml/2006/main">
            <a:pPr algn="r">
              <a:defRPr sz="1125" b="0" i="0">
                <a:solidFill>
                  <a:srgbClr val="687783"/>
                </a:solidFill>
                <a:latin typeface="Liberation Sans"/>
                <a:ea typeface="Liberation Sans"/>
                <a:cs typeface="Liberation Sans"/>
              </a:defRPr>
            </a:pPr>
            <a:r>
              <a:rPr sz="1125" b="0" i="0">
                <a:solidFill>
                  <a:srgbClr val="687783"/>
                </a:solidFill>
                <a:latin typeface="Liberation Sans"/>
                <a:ea typeface="Liberation Sans"/>
                <a:cs typeface="Liberation Sans"/>
              </a:rPr>
              <a:t>09</a:t>
            </a:r>
          </a:p>
        </p:txBody>
      </p:sp>
      <p:sp>
        <p:nvSpPr>
          <p:cNvPr id="6" name="">
            <a:extLst xmlns:a="http://schemas.openxmlformats.org/drawingml/2006/main">
              <a:ext uri="{FF2B5EF4-FFF2-40B4-BE49-F238E27FC236}">
                <a16:creationId xmlns:a16="http://schemas.microsoft.com/office/drawing/2014/main" id="{D0F87F77-315B-4359-9585-73EE0C8ADD8E}"/>
              </a:ext>
            </a:extLst>
          </p:cNvPr>
          <p:cNvSpPr>
            <a:spLocks xmlns:a="http://schemas.openxmlformats.org/drawingml/2006/main" noGrp="1"/>
          </p:cNvSpPr>
          <p:nvPr/>
        </p:nvSpPr>
        <p:spPr>
          <a:xfrm xmlns:a="http://schemas.openxmlformats.org/drawingml/2006/main">
            <a:off x="685800" y="1485900"/>
            <a:ext cx="114300" cy="114300"/>
          </a:xfrm>
          <a:prstGeom xmlns:a="http://schemas.openxmlformats.org/drawingml/2006/main" prst="ellipse">
            <a:avLst/>
          </a:prstGeom>
          <a:solidFill xmlns:a="http://schemas.openxmlformats.org/drawingml/2006/main">
            <a:srgbClr val="34877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8D4D4B9-516F-4006-8BD8-CAB82714EA66}"/>
              </a:ext>
            </a:extLst>
          </p:cNvPr>
          <p:cNvSpPr>
            <a:spLocks xmlns:a="http://schemas.openxmlformats.org/drawingml/2006/main" noGrp="1"/>
          </p:cNvSpPr>
          <p:nvPr/>
        </p:nvSpPr>
        <p:spPr>
          <a:xfrm xmlns:a="http://schemas.openxmlformats.org/drawingml/2006/main">
            <a:off x="914400" y="1438275"/>
            <a:ext cx="49625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0243A"/>
                </a:solidFill>
                <a:latin typeface="Liberation Sans"/>
                <a:ea typeface="Liberation Sans"/>
                <a:cs typeface="Liberation Sans"/>
              </a:defRPr>
            </a:defPPr>
            <a:lvl1pPr algn="l">
              <a:defRPr sz="1350" b="1" i="0">
                <a:solidFill>
                  <a:srgbClr val="10243A"/>
                </a:solidFill>
                <a:latin typeface="Liberation Sans"/>
                <a:ea typeface="Liberation Sans"/>
                <a:cs typeface="Liberation Sans"/>
              </a:defRPr>
            </a:lvl1pPr>
            <a:lvl2pPr algn="l">
              <a:defRPr sz="1350" b="1" i="0">
                <a:solidFill>
                  <a:srgbClr val="10243A"/>
                </a:solidFill>
                <a:latin typeface="Liberation Sans"/>
                <a:ea typeface="Liberation Sans"/>
                <a:cs typeface="Liberation Sans"/>
              </a:defRPr>
            </a:lvl2pPr>
            <a:lvl3pPr algn="l">
              <a:defRPr sz="1350" b="1" i="0">
                <a:solidFill>
                  <a:srgbClr val="10243A"/>
                </a:solidFill>
                <a:latin typeface="Liberation Sans"/>
                <a:ea typeface="Liberation Sans"/>
                <a:cs typeface="Liberation Sans"/>
              </a:defRPr>
            </a:lvl3pPr>
            <a:lvl4pPr algn="l">
              <a:defRPr sz="1350" b="1" i="0">
                <a:solidFill>
                  <a:srgbClr val="10243A"/>
                </a:solidFill>
                <a:latin typeface="Liberation Sans"/>
                <a:ea typeface="Liberation Sans"/>
                <a:cs typeface="Liberation Sans"/>
              </a:defRPr>
            </a:lvl4pPr>
            <a:lvl5pPr algn="l">
              <a:defRPr sz="1350" b="1" i="0">
                <a:solidFill>
                  <a:srgbClr val="10243A"/>
                </a:solidFill>
                <a:latin typeface="Liberation Sans"/>
                <a:ea typeface="Liberation Sans"/>
                <a:cs typeface="Liberation Sans"/>
              </a:defRPr>
            </a:lvl5pPr>
            <a:lvl6pPr algn="l">
              <a:defRPr sz="1350" b="1" i="0">
                <a:solidFill>
                  <a:srgbClr val="10243A"/>
                </a:solidFill>
                <a:latin typeface="Liberation Sans"/>
                <a:ea typeface="Liberation Sans"/>
                <a:cs typeface="Liberation Sans"/>
              </a:defRPr>
            </a:lvl6pPr>
            <a:lvl7pPr algn="l">
              <a:defRPr sz="1350" b="1" i="0">
                <a:solidFill>
                  <a:srgbClr val="10243A"/>
                </a:solidFill>
                <a:latin typeface="Liberation Sans"/>
                <a:ea typeface="Liberation Sans"/>
                <a:cs typeface="Liberation Sans"/>
              </a:defRPr>
            </a:lvl7pPr>
            <a:lvl8pPr algn="l">
              <a:defRPr sz="1350" b="1" i="0">
                <a:solidFill>
                  <a:srgbClr val="10243A"/>
                </a:solidFill>
                <a:latin typeface="Liberation Sans"/>
                <a:ea typeface="Liberation Sans"/>
                <a:cs typeface="Liberation Sans"/>
              </a:defRPr>
            </a:lvl8pPr>
            <a:lvl9pPr algn="l">
              <a:defRPr sz="1350" b="1" i="0">
                <a:solidFill>
                  <a:srgbClr val="10243A"/>
                </a:solidFill>
                <a:latin typeface="Liberation Sans"/>
                <a:ea typeface="Liberation Sans"/>
                <a:cs typeface="Liberation Sans"/>
              </a:defRPr>
            </a:lvl9pPr>
          </a:lstStyle>
          <a:p xmlns:a="http://schemas.openxmlformats.org/drawingml/2006/main">
            <a:pPr algn="l">
              <a:defRPr sz="1350" b="1" i="0">
                <a:solidFill>
                  <a:srgbClr val="10243A"/>
                </a:solidFill>
                <a:latin typeface="Liberation Sans"/>
                <a:ea typeface="Liberation Sans"/>
                <a:cs typeface="Liberation Sans"/>
              </a:defRPr>
            </a:pPr>
            <a:r>
              <a:rPr sz="1350" b="1" i="0">
                <a:solidFill>
                  <a:srgbClr val="10243A"/>
                </a:solidFill>
                <a:latin typeface="Liberation Sans"/>
                <a:ea typeface="Liberation Sans"/>
                <a:cs typeface="Liberation Sans"/>
              </a:rPr>
              <a:t>Complete program with main</a:t>
            </a:r>
          </a:p>
        </p:txBody>
      </p:sp>
      <p:sp>
        <p:nvSpPr>
          <p:cNvPr id="8" name="">
            <a:extLst xmlns:a="http://schemas.openxmlformats.org/drawingml/2006/main">
              <a:ext uri="{FF2B5EF4-FFF2-40B4-BE49-F238E27FC236}">
                <a16:creationId xmlns:a16="http://schemas.microsoft.com/office/drawing/2014/main" id="{BC53552B-F211-49CC-BF72-718528103913}"/>
              </a:ext>
            </a:extLst>
          </p:cNvPr>
          <p:cNvSpPr>
            <a:spLocks xmlns:a="http://schemas.openxmlformats.org/drawingml/2006/main" noGrp="1"/>
          </p:cNvSpPr>
          <p:nvPr/>
        </p:nvSpPr>
        <p:spPr>
          <a:xfrm xmlns:a="http://schemas.openxmlformats.org/drawingml/2006/main">
            <a:off x="914400" y="1695450"/>
            <a:ext cx="49625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182B45"/>
                </a:solidFill>
                <a:latin typeface="Liberation Sans"/>
                <a:ea typeface="Liberation Sans"/>
                <a:cs typeface="Liberation Sans"/>
              </a:defRPr>
            </a:defPPr>
            <a:lvl1pPr algn="l">
              <a:defRPr sz="1200" b="0" i="0">
                <a:solidFill>
                  <a:srgbClr val="182B45"/>
                </a:solidFill>
                <a:latin typeface="Liberation Sans"/>
                <a:ea typeface="Liberation Sans"/>
                <a:cs typeface="Liberation Sans"/>
              </a:defRPr>
            </a:lvl1pPr>
            <a:lvl2pPr algn="l">
              <a:defRPr sz="1200" b="0" i="0">
                <a:solidFill>
                  <a:srgbClr val="182B45"/>
                </a:solidFill>
                <a:latin typeface="Liberation Sans"/>
                <a:ea typeface="Liberation Sans"/>
                <a:cs typeface="Liberation Sans"/>
              </a:defRPr>
            </a:lvl2pPr>
            <a:lvl3pPr algn="l">
              <a:defRPr sz="1200" b="0" i="0">
                <a:solidFill>
                  <a:srgbClr val="182B45"/>
                </a:solidFill>
                <a:latin typeface="Liberation Sans"/>
                <a:ea typeface="Liberation Sans"/>
                <a:cs typeface="Liberation Sans"/>
              </a:defRPr>
            </a:lvl3pPr>
            <a:lvl4pPr algn="l">
              <a:defRPr sz="1200" b="0" i="0">
                <a:solidFill>
                  <a:srgbClr val="182B45"/>
                </a:solidFill>
                <a:latin typeface="Liberation Sans"/>
                <a:ea typeface="Liberation Sans"/>
                <a:cs typeface="Liberation Sans"/>
              </a:defRPr>
            </a:lvl4pPr>
            <a:lvl5pPr algn="l">
              <a:defRPr sz="1200" b="0" i="0">
                <a:solidFill>
                  <a:srgbClr val="182B45"/>
                </a:solidFill>
                <a:latin typeface="Liberation Sans"/>
                <a:ea typeface="Liberation Sans"/>
                <a:cs typeface="Liberation Sans"/>
              </a:defRPr>
            </a:lvl5pPr>
            <a:lvl6pPr algn="l">
              <a:defRPr sz="1200" b="0" i="0">
                <a:solidFill>
                  <a:srgbClr val="182B45"/>
                </a:solidFill>
                <a:latin typeface="Liberation Sans"/>
                <a:ea typeface="Liberation Sans"/>
                <a:cs typeface="Liberation Sans"/>
              </a:defRPr>
            </a:lvl6pPr>
            <a:lvl7pPr algn="l">
              <a:defRPr sz="1200" b="0" i="0">
                <a:solidFill>
                  <a:srgbClr val="182B45"/>
                </a:solidFill>
                <a:latin typeface="Liberation Sans"/>
                <a:ea typeface="Liberation Sans"/>
                <a:cs typeface="Liberation Sans"/>
              </a:defRPr>
            </a:lvl7pPr>
            <a:lvl8pPr algn="l">
              <a:defRPr sz="1200" b="0" i="0">
                <a:solidFill>
                  <a:srgbClr val="182B45"/>
                </a:solidFill>
                <a:latin typeface="Liberation Sans"/>
                <a:ea typeface="Liberation Sans"/>
                <a:cs typeface="Liberation Sans"/>
              </a:defRPr>
            </a:lvl8pPr>
            <a:lvl9pPr algn="l">
              <a:defRPr sz="1200" b="0" i="0">
                <a:solidFill>
                  <a:srgbClr val="182B45"/>
                </a:solidFill>
                <a:latin typeface="Liberation Sans"/>
                <a:ea typeface="Liberation Sans"/>
                <a:cs typeface="Liberation Sans"/>
              </a:defRPr>
            </a:lvl9pPr>
          </a:lstStyle>
          <a:p xmlns:a="http://schemas.openxmlformats.org/drawingml/2006/main">
            <a:pPr algn="l">
              <a:defRPr sz="1200" b="0" i="0">
                <a:solidFill>
                  <a:srgbClr val="182B45"/>
                </a:solidFill>
                <a:latin typeface="Liberation Sans"/>
                <a:ea typeface="Liberation Sans"/>
                <a:cs typeface="Liberation Sans"/>
              </a:defRPr>
            </a:pPr>
            <a:r>
              <a:rPr sz="1200" b="0" i="0">
                <a:solidFill>
                  <a:srgbClr val="182B45"/>
                </a:solidFill>
                <a:latin typeface="Liberation Sans"/>
                <a:ea typeface="Liberation Sans"/>
                <a:cs typeface="Liberation Sans"/>
              </a:rPr>
              <a:t>ReviewRunner.main reads and analyzes the CSV</a:t>
            </a:r>
          </a:p>
        </p:txBody>
      </p:sp>
      <p:sp>
        <p:nvSpPr>
          <p:cNvPr id="9" name="">
            <a:extLst xmlns:a="http://schemas.openxmlformats.org/drawingml/2006/main">
              <a:ext uri="{FF2B5EF4-FFF2-40B4-BE49-F238E27FC236}">
                <a16:creationId xmlns:a16="http://schemas.microsoft.com/office/drawing/2014/main" id="{4CAE9ADF-925C-44B7-A47C-FC32AF351E12}"/>
              </a:ext>
            </a:extLst>
          </p:cNvPr>
          <p:cNvSpPr>
            <a:spLocks xmlns:a="http://schemas.openxmlformats.org/drawingml/2006/main" noGrp="1"/>
          </p:cNvSpPr>
          <p:nvPr/>
        </p:nvSpPr>
        <p:spPr>
          <a:xfrm xmlns:a="http://schemas.openxmlformats.org/drawingml/2006/main">
            <a:off x="685800" y="2324100"/>
            <a:ext cx="114300" cy="114300"/>
          </a:xfrm>
          <a:prstGeom xmlns:a="http://schemas.openxmlformats.org/drawingml/2006/main" prst="ellipse">
            <a:avLst/>
          </a:prstGeom>
          <a:solidFill xmlns:a="http://schemas.openxmlformats.org/drawingml/2006/main">
            <a:srgbClr val="3487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6E9C7FE-0595-44C8-B404-6D6A4AB8A7DC}"/>
              </a:ext>
            </a:extLst>
          </p:cNvPr>
          <p:cNvSpPr>
            <a:spLocks xmlns:a="http://schemas.openxmlformats.org/drawingml/2006/main" noGrp="1"/>
          </p:cNvSpPr>
          <p:nvPr/>
        </p:nvSpPr>
        <p:spPr>
          <a:xfrm xmlns:a="http://schemas.openxmlformats.org/drawingml/2006/main">
            <a:off x="914400" y="2276475"/>
            <a:ext cx="49625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0243A"/>
                </a:solidFill>
                <a:latin typeface="Liberation Sans"/>
                <a:ea typeface="Liberation Sans"/>
                <a:cs typeface="Liberation Sans"/>
              </a:defRPr>
            </a:defPPr>
            <a:lvl1pPr algn="l">
              <a:defRPr sz="1350" b="1" i="0">
                <a:solidFill>
                  <a:srgbClr val="10243A"/>
                </a:solidFill>
                <a:latin typeface="Liberation Sans"/>
                <a:ea typeface="Liberation Sans"/>
                <a:cs typeface="Liberation Sans"/>
              </a:defRPr>
            </a:lvl1pPr>
            <a:lvl2pPr algn="l">
              <a:defRPr sz="1350" b="1" i="0">
                <a:solidFill>
                  <a:srgbClr val="10243A"/>
                </a:solidFill>
                <a:latin typeface="Liberation Sans"/>
                <a:ea typeface="Liberation Sans"/>
                <a:cs typeface="Liberation Sans"/>
              </a:defRPr>
            </a:lvl2pPr>
            <a:lvl3pPr algn="l">
              <a:defRPr sz="1350" b="1" i="0">
                <a:solidFill>
                  <a:srgbClr val="10243A"/>
                </a:solidFill>
                <a:latin typeface="Liberation Sans"/>
                <a:ea typeface="Liberation Sans"/>
                <a:cs typeface="Liberation Sans"/>
              </a:defRPr>
            </a:lvl3pPr>
            <a:lvl4pPr algn="l">
              <a:defRPr sz="1350" b="1" i="0">
                <a:solidFill>
                  <a:srgbClr val="10243A"/>
                </a:solidFill>
                <a:latin typeface="Liberation Sans"/>
                <a:ea typeface="Liberation Sans"/>
                <a:cs typeface="Liberation Sans"/>
              </a:defRPr>
            </a:lvl4pPr>
            <a:lvl5pPr algn="l">
              <a:defRPr sz="1350" b="1" i="0">
                <a:solidFill>
                  <a:srgbClr val="10243A"/>
                </a:solidFill>
                <a:latin typeface="Liberation Sans"/>
                <a:ea typeface="Liberation Sans"/>
                <a:cs typeface="Liberation Sans"/>
              </a:defRPr>
            </a:lvl5pPr>
            <a:lvl6pPr algn="l">
              <a:defRPr sz="1350" b="1" i="0">
                <a:solidFill>
                  <a:srgbClr val="10243A"/>
                </a:solidFill>
                <a:latin typeface="Liberation Sans"/>
                <a:ea typeface="Liberation Sans"/>
                <a:cs typeface="Liberation Sans"/>
              </a:defRPr>
            </a:lvl6pPr>
            <a:lvl7pPr algn="l">
              <a:defRPr sz="1350" b="1" i="0">
                <a:solidFill>
                  <a:srgbClr val="10243A"/>
                </a:solidFill>
                <a:latin typeface="Liberation Sans"/>
                <a:ea typeface="Liberation Sans"/>
                <a:cs typeface="Liberation Sans"/>
              </a:defRPr>
            </a:lvl7pPr>
            <a:lvl8pPr algn="l">
              <a:defRPr sz="1350" b="1" i="0">
                <a:solidFill>
                  <a:srgbClr val="10243A"/>
                </a:solidFill>
                <a:latin typeface="Liberation Sans"/>
                <a:ea typeface="Liberation Sans"/>
                <a:cs typeface="Liberation Sans"/>
              </a:defRPr>
            </a:lvl8pPr>
            <a:lvl9pPr algn="l">
              <a:defRPr sz="1350" b="1" i="0">
                <a:solidFill>
                  <a:srgbClr val="10243A"/>
                </a:solidFill>
                <a:latin typeface="Liberation Sans"/>
                <a:ea typeface="Liberation Sans"/>
                <a:cs typeface="Liberation Sans"/>
              </a:defRPr>
            </a:lvl9pPr>
          </a:lstStyle>
          <a:p xmlns:a="http://schemas.openxmlformats.org/drawingml/2006/main">
            <a:pPr algn="l">
              <a:defRPr sz="1350" b="1" i="0">
                <a:solidFill>
                  <a:srgbClr val="10243A"/>
                </a:solidFill>
                <a:latin typeface="Liberation Sans"/>
                <a:ea typeface="Liberation Sans"/>
                <a:cs typeface="Liberation Sans"/>
              </a:defRPr>
            </a:pPr>
            <a:r>
              <a:rPr sz="1350" b="1" i="0">
                <a:solidFill>
                  <a:srgbClr val="10243A"/>
                </a:solidFill>
                <a:latin typeface="Liberation Sans"/>
                <a:ea typeface="Liberation Sans"/>
                <a:cs typeface="Liberation Sans"/>
              </a:rPr>
              <a:t>Why this program</a:t>
            </a:r>
          </a:p>
        </p:txBody>
      </p:sp>
      <p:sp>
        <p:nvSpPr>
          <p:cNvPr id="11" name="">
            <a:extLst xmlns:a="http://schemas.openxmlformats.org/drawingml/2006/main">
              <a:ext uri="{FF2B5EF4-FFF2-40B4-BE49-F238E27FC236}">
                <a16:creationId xmlns:a16="http://schemas.microsoft.com/office/drawing/2014/main" id="{EFC18CE2-E932-4D99-B749-CA75C0F6CF9C}"/>
              </a:ext>
            </a:extLst>
          </p:cNvPr>
          <p:cNvSpPr>
            <a:spLocks xmlns:a="http://schemas.openxmlformats.org/drawingml/2006/main" noGrp="1"/>
          </p:cNvSpPr>
          <p:nvPr/>
        </p:nvSpPr>
        <p:spPr>
          <a:xfrm xmlns:a="http://schemas.openxmlformats.org/drawingml/2006/main">
            <a:off x="914400" y="2533650"/>
            <a:ext cx="49625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182B45"/>
                </a:solidFill>
                <a:latin typeface="Liberation Sans"/>
                <a:ea typeface="Liberation Sans"/>
                <a:cs typeface="Liberation Sans"/>
              </a:defRPr>
            </a:defPPr>
            <a:lvl1pPr algn="l">
              <a:defRPr sz="1200" b="0" i="0">
                <a:solidFill>
                  <a:srgbClr val="182B45"/>
                </a:solidFill>
                <a:latin typeface="Liberation Sans"/>
                <a:ea typeface="Liberation Sans"/>
                <a:cs typeface="Liberation Sans"/>
              </a:defRPr>
            </a:lvl1pPr>
            <a:lvl2pPr algn="l">
              <a:defRPr sz="1200" b="0" i="0">
                <a:solidFill>
                  <a:srgbClr val="182B45"/>
                </a:solidFill>
                <a:latin typeface="Liberation Sans"/>
                <a:ea typeface="Liberation Sans"/>
                <a:cs typeface="Liberation Sans"/>
              </a:defRPr>
            </a:lvl2pPr>
            <a:lvl3pPr algn="l">
              <a:defRPr sz="1200" b="0" i="0">
                <a:solidFill>
                  <a:srgbClr val="182B45"/>
                </a:solidFill>
                <a:latin typeface="Liberation Sans"/>
                <a:ea typeface="Liberation Sans"/>
                <a:cs typeface="Liberation Sans"/>
              </a:defRPr>
            </a:lvl3pPr>
            <a:lvl4pPr algn="l">
              <a:defRPr sz="1200" b="0" i="0">
                <a:solidFill>
                  <a:srgbClr val="182B45"/>
                </a:solidFill>
                <a:latin typeface="Liberation Sans"/>
                <a:ea typeface="Liberation Sans"/>
                <a:cs typeface="Liberation Sans"/>
              </a:defRPr>
            </a:lvl4pPr>
            <a:lvl5pPr algn="l">
              <a:defRPr sz="1200" b="0" i="0">
                <a:solidFill>
                  <a:srgbClr val="182B45"/>
                </a:solidFill>
                <a:latin typeface="Liberation Sans"/>
                <a:ea typeface="Liberation Sans"/>
                <a:cs typeface="Liberation Sans"/>
              </a:defRPr>
            </a:lvl5pPr>
            <a:lvl6pPr algn="l">
              <a:defRPr sz="1200" b="0" i="0">
                <a:solidFill>
                  <a:srgbClr val="182B45"/>
                </a:solidFill>
                <a:latin typeface="Liberation Sans"/>
                <a:ea typeface="Liberation Sans"/>
                <a:cs typeface="Liberation Sans"/>
              </a:defRPr>
            </a:lvl6pPr>
            <a:lvl7pPr algn="l">
              <a:defRPr sz="1200" b="0" i="0">
                <a:solidFill>
                  <a:srgbClr val="182B45"/>
                </a:solidFill>
                <a:latin typeface="Liberation Sans"/>
                <a:ea typeface="Liberation Sans"/>
                <a:cs typeface="Liberation Sans"/>
              </a:defRPr>
            </a:lvl7pPr>
            <a:lvl8pPr algn="l">
              <a:defRPr sz="1200" b="0" i="0">
                <a:solidFill>
                  <a:srgbClr val="182B45"/>
                </a:solidFill>
                <a:latin typeface="Liberation Sans"/>
                <a:ea typeface="Liberation Sans"/>
                <a:cs typeface="Liberation Sans"/>
              </a:defRPr>
            </a:lvl8pPr>
            <a:lvl9pPr algn="l">
              <a:defRPr sz="1200" b="0" i="0">
                <a:solidFill>
                  <a:srgbClr val="182B45"/>
                </a:solidFill>
                <a:latin typeface="Liberation Sans"/>
                <a:ea typeface="Liberation Sans"/>
                <a:cs typeface="Liberation Sans"/>
              </a:defRPr>
            </a:lvl9pPr>
          </a:lstStyle>
          <a:p xmlns:a="http://schemas.openxmlformats.org/drawingml/2006/main">
            <a:pPr algn="l">
              <a:defRPr sz="1200" b="0" i="0">
                <a:solidFill>
                  <a:srgbClr val="182B45"/>
                </a:solidFill>
                <a:latin typeface="Liberation Sans"/>
                <a:ea typeface="Liberation Sans"/>
                <a:cs typeface="Liberation Sans"/>
              </a:defRPr>
            </a:pPr>
            <a:r>
              <a:rPr sz="1200" b="0" i="0">
                <a:solidFill>
                  <a:srgbClr val="182B45"/>
                </a:solidFill>
                <a:latin typeface="Liberation Sans"/>
                <a:ea typeface="Liberation Sans"/>
                <a:cs typeface="Liberation Sans"/>
              </a:rPr>
              <a:t>The dataset lacks prices and real launch dates; sentiment comparison is measurable</a:t>
            </a:r>
          </a:p>
        </p:txBody>
      </p:sp>
      <p:sp>
        <p:nvSpPr>
          <p:cNvPr id="12" name="">
            <a:extLst xmlns:a="http://schemas.openxmlformats.org/drawingml/2006/main">
              <a:ext uri="{FF2B5EF4-FFF2-40B4-BE49-F238E27FC236}">
                <a16:creationId xmlns:a16="http://schemas.microsoft.com/office/drawing/2014/main" id="{E2AD8F0B-254D-4B12-96AB-0AAD47056944}"/>
              </a:ext>
            </a:extLst>
          </p:cNvPr>
          <p:cNvSpPr>
            <a:spLocks xmlns:a="http://schemas.openxmlformats.org/drawingml/2006/main" noGrp="1"/>
          </p:cNvSpPr>
          <p:nvPr/>
        </p:nvSpPr>
        <p:spPr>
          <a:xfrm xmlns:a="http://schemas.openxmlformats.org/drawingml/2006/main">
            <a:off x="685800" y="3162300"/>
            <a:ext cx="114300" cy="114300"/>
          </a:xfrm>
          <a:prstGeom xmlns:a="http://schemas.openxmlformats.org/drawingml/2006/main" prst="ellipse">
            <a:avLst/>
          </a:prstGeom>
          <a:solidFill xmlns:a="http://schemas.openxmlformats.org/drawingml/2006/main">
            <a:srgbClr val="34877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ECC64DE-407E-4F4C-9B15-4899E7B2D6F8}"/>
              </a:ext>
            </a:extLst>
          </p:cNvPr>
          <p:cNvSpPr>
            <a:spLocks xmlns:a="http://schemas.openxmlformats.org/drawingml/2006/main" noGrp="1"/>
          </p:cNvSpPr>
          <p:nvPr/>
        </p:nvSpPr>
        <p:spPr>
          <a:xfrm xmlns:a="http://schemas.openxmlformats.org/drawingml/2006/main">
            <a:off x="914400" y="3114675"/>
            <a:ext cx="49625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0243A"/>
                </a:solidFill>
                <a:latin typeface="Liberation Sans"/>
                <a:ea typeface="Liberation Sans"/>
                <a:cs typeface="Liberation Sans"/>
              </a:defRPr>
            </a:defPPr>
            <a:lvl1pPr algn="l">
              <a:defRPr sz="1350" b="1" i="0">
                <a:solidFill>
                  <a:srgbClr val="10243A"/>
                </a:solidFill>
                <a:latin typeface="Liberation Sans"/>
                <a:ea typeface="Liberation Sans"/>
                <a:cs typeface="Liberation Sans"/>
              </a:defRPr>
            </a:lvl1pPr>
            <a:lvl2pPr algn="l">
              <a:defRPr sz="1350" b="1" i="0">
                <a:solidFill>
                  <a:srgbClr val="10243A"/>
                </a:solidFill>
                <a:latin typeface="Liberation Sans"/>
                <a:ea typeface="Liberation Sans"/>
                <a:cs typeface="Liberation Sans"/>
              </a:defRPr>
            </a:lvl2pPr>
            <a:lvl3pPr algn="l">
              <a:defRPr sz="1350" b="1" i="0">
                <a:solidFill>
                  <a:srgbClr val="10243A"/>
                </a:solidFill>
                <a:latin typeface="Liberation Sans"/>
                <a:ea typeface="Liberation Sans"/>
                <a:cs typeface="Liberation Sans"/>
              </a:defRPr>
            </a:lvl3pPr>
            <a:lvl4pPr algn="l">
              <a:defRPr sz="1350" b="1" i="0">
                <a:solidFill>
                  <a:srgbClr val="10243A"/>
                </a:solidFill>
                <a:latin typeface="Liberation Sans"/>
                <a:ea typeface="Liberation Sans"/>
                <a:cs typeface="Liberation Sans"/>
              </a:defRPr>
            </a:lvl4pPr>
            <a:lvl5pPr algn="l">
              <a:defRPr sz="1350" b="1" i="0">
                <a:solidFill>
                  <a:srgbClr val="10243A"/>
                </a:solidFill>
                <a:latin typeface="Liberation Sans"/>
                <a:ea typeface="Liberation Sans"/>
                <a:cs typeface="Liberation Sans"/>
              </a:defRPr>
            </a:lvl5pPr>
            <a:lvl6pPr algn="l">
              <a:defRPr sz="1350" b="1" i="0">
                <a:solidFill>
                  <a:srgbClr val="10243A"/>
                </a:solidFill>
                <a:latin typeface="Liberation Sans"/>
                <a:ea typeface="Liberation Sans"/>
                <a:cs typeface="Liberation Sans"/>
              </a:defRPr>
            </a:lvl6pPr>
            <a:lvl7pPr algn="l">
              <a:defRPr sz="1350" b="1" i="0">
                <a:solidFill>
                  <a:srgbClr val="10243A"/>
                </a:solidFill>
                <a:latin typeface="Liberation Sans"/>
                <a:ea typeface="Liberation Sans"/>
                <a:cs typeface="Liberation Sans"/>
              </a:defRPr>
            </a:lvl7pPr>
            <a:lvl8pPr algn="l">
              <a:defRPr sz="1350" b="1" i="0">
                <a:solidFill>
                  <a:srgbClr val="10243A"/>
                </a:solidFill>
                <a:latin typeface="Liberation Sans"/>
                <a:ea typeface="Liberation Sans"/>
                <a:cs typeface="Liberation Sans"/>
              </a:defRPr>
            </a:lvl8pPr>
            <a:lvl9pPr algn="l">
              <a:defRPr sz="1350" b="1" i="0">
                <a:solidFill>
                  <a:srgbClr val="10243A"/>
                </a:solidFill>
                <a:latin typeface="Liberation Sans"/>
                <a:ea typeface="Liberation Sans"/>
                <a:cs typeface="Liberation Sans"/>
              </a:defRPr>
            </a:lvl9pPr>
          </a:lstStyle>
          <a:p xmlns:a="http://schemas.openxmlformats.org/drawingml/2006/main">
            <a:pPr algn="l">
              <a:defRPr sz="1350" b="1" i="0">
                <a:solidFill>
                  <a:srgbClr val="10243A"/>
                </a:solidFill>
                <a:latin typeface="Liberation Sans"/>
                <a:ea typeface="Liberation Sans"/>
                <a:cs typeface="Liberation Sans"/>
              </a:defRPr>
            </a:pPr>
            <a:r>
              <a:rPr sz="1350" b="1" i="0">
                <a:solidFill>
                  <a:srgbClr val="10243A"/>
                </a:solidFill>
                <a:latin typeface="Liberation Sans"/>
                <a:ea typeface="Liberation Sans"/>
                <a:cs typeface="Liberation Sans"/>
              </a:rPr>
              <a:t>Development process</a:t>
            </a:r>
          </a:p>
        </p:txBody>
      </p:sp>
      <p:sp>
        <p:nvSpPr>
          <p:cNvPr id="14" name="">
            <a:extLst xmlns:a="http://schemas.openxmlformats.org/drawingml/2006/main">
              <a:ext uri="{FF2B5EF4-FFF2-40B4-BE49-F238E27FC236}">
                <a16:creationId xmlns:a16="http://schemas.microsoft.com/office/drawing/2014/main" id="{0A98B1EB-82E3-461C-8AB6-697A15E48FCC}"/>
              </a:ext>
            </a:extLst>
          </p:cNvPr>
          <p:cNvSpPr>
            <a:spLocks xmlns:a="http://schemas.openxmlformats.org/drawingml/2006/main" noGrp="1"/>
          </p:cNvSpPr>
          <p:nvPr/>
        </p:nvSpPr>
        <p:spPr>
          <a:xfrm xmlns:a="http://schemas.openxmlformats.org/drawingml/2006/main">
            <a:off x="914400" y="3371850"/>
            <a:ext cx="49625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182B45"/>
                </a:solidFill>
                <a:latin typeface="Liberation Sans"/>
                <a:ea typeface="Liberation Sans"/>
                <a:cs typeface="Liberation Sans"/>
              </a:defRPr>
            </a:defPPr>
            <a:lvl1pPr algn="l">
              <a:defRPr sz="1200" b="0" i="0">
                <a:solidFill>
                  <a:srgbClr val="182B45"/>
                </a:solidFill>
                <a:latin typeface="Liberation Sans"/>
                <a:ea typeface="Liberation Sans"/>
                <a:cs typeface="Liberation Sans"/>
              </a:defRPr>
            </a:lvl1pPr>
            <a:lvl2pPr algn="l">
              <a:defRPr sz="1200" b="0" i="0">
                <a:solidFill>
                  <a:srgbClr val="182B45"/>
                </a:solidFill>
                <a:latin typeface="Liberation Sans"/>
                <a:ea typeface="Liberation Sans"/>
                <a:cs typeface="Liberation Sans"/>
              </a:defRPr>
            </a:lvl2pPr>
            <a:lvl3pPr algn="l">
              <a:defRPr sz="1200" b="0" i="0">
                <a:solidFill>
                  <a:srgbClr val="182B45"/>
                </a:solidFill>
                <a:latin typeface="Liberation Sans"/>
                <a:ea typeface="Liberation Sans"/>
                <a:cs typeface="Liberation Sans"/>
              </a:defRPr>
            </a:lvl3pPr>
            <a:lvl4pPr algn="l">
              <a:defRPr sz="1200" b="0" i="0">
                <a:solidFill>
                  <a:srgbClr val="182B45"/>
                </a:solidFill>
                <a:latin typeface="Liberation Sans"/>
                <a:ea typeface="Liberation Sans"/>
                <a:cs typeface="Liberation Sans"/>
              </a:defRPr>
            </a:lvl4pPr>
            <a:lvl5pPr algn="l">
              <a:defRPr sz="1200" b="0" i="0">
                <a:solidFill>
                  <a:srgbClr val="182B45"/>
                </a:solidFill>
                <a:latin typeface="Liberation Sans"/>
                <a:ea typeface="Liberation Sans"/>
                <a:cs typeface="Liberation Sans"/>
              </a:defRPr>
            </a:lvl5pPr>
            <a:lvl6pPr algn="l">
              <a:defRPr sz="1200" b="0" i="0">
                <a:solidFill>
                  <a:srgbClr val="182B45"/>
                </a:solidFill>
                <a:latin typeface="Liberation Sans"/>
                <a:ea typeface="Liberation Sans"/>
                <a:cs typeface="Liberation Sans"/>
              </a:defRPr>
            </a:lvl6pPr>
            <a:lvl7pPr algn="l">
              <a:defRPr sz="1200" b="0" i="0">
                <a:solidFill>
                  <a:srgbClr val="182B45"/>
                </a:solidFill>
                <a:latin typeface="Liberation Sans"/>
                <a:ea typeface="Liberation Sans"/>
                <a:cs typeface="Liberation Sans"/>
              </a:defRPr>
            </a:lvl7pPr>
            <a:lvl8pPr algn="l">
              <a:defRPr sz="1200" b="0" i="0">
                <a:solidFill>
                  <a:srgbClr val="182B45"/>
                </a:solidFill>
                <a:latin typeface="Liberation Sans"/>
                <a:ea typeface="Liberation Sans"/>
                <a:cs typeface="Liberation Sans"/>
              </a:defRPr>
            </a:lvl8pPr>
            <a:lvl9pPr algn="l">
              <a:defRPr sz="1200" b="0" i="0">
                <a:solidFill>
                  <a:srgbClr val="182B45"/>
                </a:solidFill>
                <a:latin typeface="Liberation Sans"/>
                <a:ea typeface="Liberation Sans"/>
                <a:cs typeface="Liberation Sans"/>
              </a:defRPr>
            </a:lvl9pPr>
          </a:lstStyle>
          <a:p xmlns:a="http://schemas.openxmlformats.org/drawingml/2006/main">
            <a:pPr algn="l">
              <a:defRPr sz="1200" b="0" i="0">
                <a:solidFill>
                  <a:srgbClr val="182B45"/>
                </a:solidFill>
                <a:latin typeface="Liberation Sans"/>
                <a:ea typeface="Liberation Sans"/>
                <a:cs typeface="Liberation Sans"/>
              </a:defRPr>
            </a:pPr>
            <a:r>
              <a:rPr sz="1200" b="0" i="0">
                <a:solidFill>
                  <a:srgbClr val="182B45"/>
                </a:solidFill>
                <a:latin typeface="Liberation Sans"/>
                <a:ea typeface="Liberation Sans"/>
                <a:cs typeface="Liberation Sans"/>
              </a:rPr>
              <a:t>Build word scores → review scores → time groups → sentiment counts</a:t>
            </a:r>
          </a:p>
        </p:txBody>
      </p:sp>
      <p:sp>
        <p:nvSpPr>
          <p:cNvPr id="15" name="">
            <a:extLst xmlns:a="http://schemas.openxmlformats.org/drawingml/2006/main">
              <a:ext uri="{FF2B5EF4-FFF2-40B4-BE49-F238E27FC236}">
                <a16:creationId xmlns:a16="http://schemas.microsoft.com/office/drawing/2014/main" id="{35241CAB-93AA-49DA-984E-C8B2A0C91710}"/>
              </a:ext>
            </a:extLst>
          </p:cNvPr>
          <p:cNvSpPr>
            <a:spLocks xmlns:a="http://schemas.openxmlformats.org/drawingml/2006/main" noGrp="1"/>
          </p:cNvSpPr>
          <p:nvPr/>
        </p:nvSpPr>
        <p:spPr>
          <a:xfrm xmlns:a="http://schemas.openxmlformats.org/drawingml/2006/main">
            <a:off x="685800" y="4000500"/>
            <a:ext cx="114300" cy="114300"/>
          </a:xfrm>
          <a:prstGeom xmlns:a="http://schemas.openxmlformats.org/drawingml/2006/main" prst="ellipse">
            <a:avLst/>
          </a:prstGeom>
          <a:solidFill xmlns:a="http://schemas.openxmlformats.org/drawingml/2006/main">
            <a:srgbClr val="3487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C9B9F43-5E69-47E9-A831-107DD38C54AE}"/>
              </a:ext>
            </a:extLst>
          </p:cNvPr>
          <p:cNvSpPr>
            <a:spLocks xmlns:a="http://schemas.openxmlformats.org/drawingml/2006/main" noGrp="1"/>
          </p:cNvSpPr>
          <p:nvPr/>
        </p:nvSpPr>
        <p:spPr>
          <a:xfrm xmlns:a="http://schemas.openxmlformats.org/drawingml/2006/main">
            <a:off x="914400" y="3952875"/>
            <a:ext cx="49625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0243A"/>
                </a:solidFill>
                <a:latin typeface="Liberation Sans"/>
                <a:ea typeface="Liberation Sans"/>
                <a:cs typeface="Liberation Sans"/>
              </a:defRPr>
            </a:defPPr>
            <a:lvl1pPr algn="l">
              <a:defRPr sz="1350" b="1" i="0">
                <a:solidFill>
                  <a:srgbClr val="10243A"/>
                </a:solidFill>
                <a:latin typeface="Liberation Sans"/>
                <a:ea typeface="Liberation Sans"/>
                <a:cs typeface="Liberation Sans"/>
              </a:defRPr>
            </a:lvl1pPr>
            <a:lvl2pPr algn="l">
              <a:defRPr sz="1350" b="1" i="0">
                <a:solidFill>
                  <a:srgbClr val="10243A"/>
                </a:solidFill>
                <a:latin typeface="Liberation Sans"/>
                <a:ea typeface="Liberation Sans"/>
                <a:cs typeface="Liberation Sans"/>
              </a:defRPr>
            </a:lvl2pPr>
            <a:lvl3pPr algn="l">
              <a:defRPr sz="1350" b="1" i="0">
                <a:solidFill>
                  <a:srgbClr val="10243A"/>
                </a:solidFill>
                <a:latin typeface="Liberation Sans"/>
                <a:ea typeface="Liberation Sans"/>
                <a:cs typeface="Liberation Sans"/>
              </a:defRPr>
            </a:lvl3pPr>
            <a:lvl4pPr algn="l">
              <a:defRPr sz="1350" b="1" i="0">
                <a:solidFill>
                  <a:srgbClr val="10243A"/>
                </a:solidFill>
                <a:latin typeface="Liberation Sans"/>
                <a:ea typeface="Liberation Sans"/>
                <a:cs typeface="Liberation Sans"/>
              </a:defRPr>
            </a:lvl4pPr>
            <a:lvl5pPr algn="l">
              <a:defRPr sz="1350" b="1" i="0">
                <a:solidFill>
                  <a:srgbClr val="10243A"/>
                </a:solidFill>
                <a:latin typeface="Liberation Sans"/>
                <a:ea typeface="Liberation Sans"/>
                <a:cs typeface="Liberation Sans"/>
              </a:defRPr>
            </a:lvl5pPr>
            <a:lvl6pPr algn="l">
              <a:defRPr sz="1350" b="1" i="0">
                <a:solidFill>
                  <a:srgbClr val="10243A"/>
                </a:solidFill>
                <a:latin typeface="Liberation Sans"/>
                <a:ea typeface="Liberation Sans"/>
                <a:cs typeface="Liberation Sans"/>
              </a:defRPr>
            </a:lvl6pPr>
            <a:lvl7pPr algn="l">
              <a:defRPr sz="1350" b="1" i="0">
                <a:solidFill>
                  <a:srgbClr val="10243A"/>
                </a:solidFill>
                <a:latin typeface="Liberation Sans"/>
                <a:ea typeface="Liberation Sans"/>
                <a:cs typeface="Liberation Sans"/>
              </a:defRPr>
            </a:lvl7pPr>
            <a:lvl8pPr algn="l">
              <a:defRPr sz="1350" b="1" i="0">
                <a:solidFill>
                  <a:srgbClr val="10243A"/>
                </a:solidFill>
                <a:latin typeface="Liberation Sans"/>
                <a:ea typeface="Liberation Sans"/>
                <a:cs typeface="Liberation Sans"/>
              </a:defRPr>
            </a:lvl8pPr>
            <a:lvl9pPr algn="l">
              <a:defRPr sz="1350" b="1" i="0">
                <a:solidFill>
                  <a:srgbClr val="10243A"/>
                </a:solidFill>
                <a:latin typeface="Liberation Sans"/>
                <a:ea typeface="Liberation Sans"/>
                <a:cs typeface="Liberation Sans"/>
              </a:defRPr>
            </a:lvl9pPr>
          </a:lstStyle>
          <a:p xmlns:a="http://schemas.openxmlformats.org/drawingml/2006/main">
            <a:pPr algn="l">
              <a:defRPr sz="1350" b="1" i="0">
                <a:solidFill>
                  <a:srgbClr val="10243A"/>
                </a:solidFill>
                <a:latin typeface="Liberation Sans"/>
                <a:ea typeface="Liberation Sans"/>
                <a:cs typeface="Liberation Sans"/>
              </a:defRPr>
            </a:pPr>
            <a:r>
              <a:rPr sz="1350" b="1" i="0">
                <a:solidFill>
                  <a:srgbClr val="10243A"/>
                </a:solidFill>
                <a:latin typeface="Liberation Sans"/>
                <a:ea typeface="Liberation Sans"/>
                <a:cs typeface="Liberation Sans"/>
              </a:rPr>
              <a:t>Method with parameter and documentation</a:t>
            </a:r>
          </a:p>
        </p:txBody>
      </p:sp>
      <p:sp>
        <p:nvSpPr>
          <p:cNvPr id="17" name="">
            <a:extLst xmlns:a="http://schemas.openxmlformats.org/drawingml/2006/main">
              <a:ext uri="{FF2B5EF4-FFF2-40B4-BE49-F238E27FC236}">
                <a16:creationId xmlns:a16="http://schemas.microsoft.com/office/drawing/2014/main" id="{D458A69C-B9FF-4DC0-89BD-A95C3068D850}"/>
              </a:ext>
            </a:extLst>
          </p:cNvPr>
          <p:cNvSpPr>
            <a:spLocks xmlns:a="http://schemas.openxmlformats.org/drawingml/2006/main" noGrp="1"/>
          </p:cNvSpPr>
          <p:nvPr/>
        </p:nvSpPr>
        <p:spPr>
          <a:xfrm xmlns:a="http://schemas.openxmlformats.org/drawingml/2006/main">
            <a:off x="914400" y="4210050"/>
            <a:ext cx="49625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182B45"/>
                </a:solidFill>
                <a:latin typeface="Liberation Sans"/>
                <a:ea typeface="Liberation Sans"/>
                <a:cs typeface="Liberation Sans"/>
              </a:defRPr>
            </a:defPPr>
            <a:lvl1pPr algn="l">
              <a:defRPr sz="1200" b="0" i="0">
                <a:solidFill>
                  <a:srgbClr val="182B45"/>
                </a:solidFill>
                <a:latin typeface="Liberation Sans"/>
                <a:ea typeface="Liberation Sans"/>
                <a:cs typeface="Liberation Sans"/>
              </a:defRPr>
            </a:lvl1pPr>
            <a:lvl2pPr algn="l">
              <a:defRPr sz="1200" b="0" i="0">
                <a:solidFill>
                  <a:srgbClr val="182B45"/>
                </a:solidFill>
                <a:latin typeface="Liberation Sans"/>
                <a:ea typeface="Liberation Sans"/>
                <a:cs typeface="Liberation Sans"/>
              </a:defRPr>
            </a:lvl2pPr>
            <a:lvl3pPr algn="l">
              <a:defRPr sz="1200" b="0" i="0">
                <a:solidFill>
                  <a:srgbClr val="182B45"/>
                </a:solidFill>
                <a:latin typeface="Liberation Sans"/>
                <a:ea typeface="Liberation Sans"/>
                <a:cs typeface="Liberation Sans"/>
              </a:defRPr>
            </a:lvl3pPr>
            <a:lvl4pPr algn="l">
              <a:defRPr sz="1200" b="0" i="0">
                <a:solidFill>
                  <a:srgbClr val="182B45"/>
                </a:solidFill>
                <a:latin typeface="Liberation Sans"/>
                <a:ea typeface="Liberation Sans"/>
                <a:cs typeface="Liberation Sans"/>
              </a:defRPr>
            </a:lvl4pPr>
            <a:lvl5pPr algn="l">
              <a:defRPr sz="1200" b="0" i="0">
                <a:solidFill>
                  <a:srgbClr val="182B45"/>
                </a:solidFill>
                <a:latin typeface="Liberation Sans"/>
                <a:ea typeface="Liberation Sans"/>
                <a:cs typeface="Liberation Sans"/>
              </a:defRPr>
            </a:lvl5pPr>
            <a:lvl6pPr algn="l">
              <a:defRPr sz="1200" b="0" i="0">
                <a:solidFill>
                  <a:srgbClr val="182B45"/>
                </a:solidFill>
                <a:latin typeface="Liberation Sans"/>
                <a:ea typeface="Liberation Sans"/>
                <a:cs typeface="Liberation Sans"/>
              </a:defRPr>
            </a:lvl6pPr>
            <a:lvl7pPr algn="l">
              <a:defRPr sz="1200" b="0" i="0">
                <a:solidFill>
                  <a:srgbClr val="182B45"/>
                </a:solidFill>
                <a:latin typeface="Liberation Sans"/>
                <a:ea typeface="Liberation Sans"/>
                <a:cs typeface="Liberation Sans"/>
              </a:defRPr>
            </a:lvl7pPr>
            <a:lvl8pPr algn="l">
              <a:defRPr sz="1200" b="0" i="0">
                <a:solidFill>
                  <a:srgbClr val="182B45"/>
                </a:solidFill>
                <a:latin typeface="Liberation Sans"/>
                <a:ea typeface="Liberation Sans"/>
                <a:cs typeface="Liberation Sans"/>
              </a:defRPr>
            </a:lvl8pPr>
            <a:lvl9pPr algn="l">
              <a:defRPr sz="1200" b="0" i="0">
                <a:solidFill>
                  <a:srgbClr val="182B45"/>
                </a:solidFill>
                <a:latin typeface="Liberation Sans"/>
                <a:ea typeface="Liberation Sans"/>
                <a:cs typeface="Liberation Sans"/>
              </a:defRPr>
            </a:lvl9pPr>
          </a:lstStyle>
          <a:p xmlns:a="http://schemas.openxmlformats.org/drawingml/2006/main">
            <a:pPr algn="l">
              <a:defRPr sz="1200" b="0" i="0">
                <a:solidFill>
                  <a:srgbClr val="182B45"/>
                </a:solidFill>
                <a:latin typeface="Liberation Sans"/>
                <a:ea typeface="Liberation Sans"/>
                <a:cs typeface="Liberation Sans"/>
              </a:defRPr>
            </a:pPr>
            <a:r>
              <a:rPr sz="1200" b="0" i="0">
                <a:solidFill>
                  <a:srgbClr val="182B45"/>
                </a:solidFill>
                <a:latin typeface="Liberation Sans"/>
                <a:ea typeface="Liberation Sans"/>
                <a:cs typeface="Liberation Sans"/>
              </a:rPr>
              <a:t>getReviewScore(String reviewText), with @param and @return</a:t>
            </a:r>
          </a:p>
        </p:txBody>
      </p:sp>
      <p:sp>
        <p:nvSpPr>
          <p:cNvPr id="18" name="">
            <a:extLst xmlns:a="http://schemas.openxmlformats.org/drawingml/2006/main">
              <a:ext uri="{FF2B5EF4-FFF2-40B4-BE49-F238E27FC236}">
                <a16:creationId xmlns:a16="http://schemas.microsoft.com/office/drawing/2014/main" id="{BDB6A5DC-2F4B-4BAA-BFE5-0738D69D7721}"/>
              </a:ext>
            </a:extLst>
          </p:cNvPr>
          <p:cNvSpPr>
            <a:spLocks xmlns:a="http://schemas.openxmlformats.org/drawingml/2006/main" noGrp="1"/>
          </p:cNvSpPr>
          <p:nvPr/>
        </p:nvSpPr>
        <p:spPr>
          <a:xfrm xmlns:a="http://schemas.openxmlformats.org/drawingml/2006/main">
            <a:off x="685800" y="4838700"/>
            <a:ext cx="114300" cy="114300"/>
          </a:xfrm>
          <a:prstGeom xmlns:a="http://schemas.openxmlformats.org/drawingml/2006/main" prst="ellipse">
            <a:avLst/>
          </a:prstGeom>
          <a:solidFill xmlns:a="http://schemas.openxmlformats.org/drawingml/2006/main">
            <a:srgbClr val="34877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AA8E8C3-244D-4E4A-A816-55592492B7E0}"/>
              </a:ext>
            </a:extLst>
          </p:cNvPr>
          <p:cNvSpPr>
            <a:spLocks xmlns:a="http://schemas.openxmlformats.org/drawingml/2006/main" noGrp="1"/>
          </p:cNvSpPr>
          <p:nvPr/>
        </p:nvSpPr>
        <p:spPr>
          <a:xfrm xmlns:a="http://schemas.openxmlformats.org/drawingml/2006/main">
            <a:off x="914400" y="4791075"/>
            <a:ext cx="49625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0243A"/>
                </a:solidFill>
                <a:latin typeface="Liberation Sans"/>
                <a:ea typeface="Liberation Sans"/>
                <a:cs typeface="Liberation Sans"/>
              </a:defRPr>
            </a:defPPr>
            <a:lvl1pPr algn="l">
              <a:defRPr sz="1350" b="1" i="0">
                <a:solidFill>
                  <a:srgbClr val="10243A"/>
                </a:solidFill>
                <a:latin typeface="Liberation Sans"/>
                <a:ea typeface="Liberation Sans"/>
                <a:cs typeface="Liberation Sans"/>
              </a:defRPr>
            </a:lvl1pPr>
            <a:lvl2pPr algn="l">
              <a:defRPr sz="1350" b="1" i="0">
                <a:solidFill>
                  <a:srgbClr val="10243A"/>
                </a:solidFill>
                <a:latin typeface="Liberation Sans"/>
                <a:ea typeface="Liberation Sans"/>
                <a:cs typeface="Liberation Sans"/>
              </a:defRPr>
            </a:lvl2pPr>
            <a:lvl3pPr algn="l">
              <a:defRPr sz="1350" b="1" i="0">
                <a:solidFill>
                  <a:srgbClr val="10243A"/>
                </a:solidFill>
                <a:latin typeface="Liberation Sans"/>
                <a:ea typeface="Liberation Sans"/>
                <a:cs typeface="Liberation Sans"/>
              </a:defRPr>
            </a:lvl3pPr>
            <a:lvl4pPr algn="l">
              <a:defRPr sz="1350" b="1" i="0">
                <a:solidFill>
                  <a:srgbClr val="10243A"/>
                </a:solidFill>
                <a:latin typeface="Liberation Sans"/>
                <a:ea typeface="Liberation Sans"/>
                <a:cs typeface="Liberation Sans"/>
              </a:defRPr>
            </a:lvl4pPr>
            <a:lvl5pPr algn="l">
              <a:defRPr sz="1350" b="1" i="0">
                <a:solidFill>
                  <a:srgbClr val="10243A"/>
                </a:solidFill>
                <a:latin typeface="Liberation Sans"/>
                <a:ea typeface="Liberation Sans"/>
                <a:cs typeface="Liberation Sans"/>
              </a:defRPr>
            </a:lvl5pPr>
            <a:lvl6pPr algn="l">
              <a:defRPr sz="1350" b="1" i="0">
                <a:solidFill>
                  <a:srgbClr val="10243A"/>
                </a:solidFill>
                <a:latin typeface="Liberation Sans"/>
                <a:ea typeface="Liberation Sans"/>
                <a:cs typeface="Liberation Sans"/>
              </a:defRPr>
            </a:lvl6pPr>
            <a:lvl7pPr algn="l">
              <a:defRPr sz="1350" b="1" i="0">
                <a:solidFill>
                  <a:srgbClr val="10243A"/>
                </a:solidFill>
                <a:latin typeface="Liberation Sans"/>
                <a:ea typeface="Liberation Sans"/>
                <a:cs typeface="Liberation Sans"/>
              </a:defRPr>
            </a:lvl7pPr>
            <a:lvl8pPr algn="l">
              <a:defRPr sz="1350" b="1" i="0">
                <a:solidFill>
                  <a:srgbClr val="10243A"/>
                </a:solidFill>
                <a:latin typeface="Liberation Sans"/>
                <a:ea typeface="Liberation Sans"/>
                <a:cs typeface="Liberation Sans"/>
              </a:defRPr>
            </a:lvl8pPr>
            <a:lvl9pPr algn="l">
              <a:defRPr sz="1350" b="1" i="0">
                <a:solidFill>
                  <a:srgbClr val="10243A"/>
                </a:solidFill>
                <a:latin typeface="Liberation Sans"/>
                <a:ea typeface="Liberation Sans"/>
                <a:cs typeface="Liberation Sans"/>
              </a:defRPr>
            </a:lvl9pPr>
          </a:lstStyle>
          <a:p xmlns:a="http://schemas.openxmlformats.org/drawingml/2006/main">
            <a:pPr algn="l">
              <a:defRPr sz="1350" b="1" i="0">
                <a:solidFill>
                  <a:srgbClr val="10243A"/>
                </a:solidFill>
                <a:latin typeface="Liberation Sans"/>
                <a:ea typeface="Liberation Sans"/>
                <a:cs typeface="Liberation Sans"/>
              </a:defRPr>
            </a:pPr>
            <a:r>
              <a:rPr sz="1350" b="1" i="0">
                <a:solidFill>
                  <a:srgbClr val="10243A"/>
                </a:solidFill>
                <a:latin typeface="Liberation Sans"/>
                <a:ea typeface="Liberation Sans"/>
                <a:cs typeface="Liberation Sans"/>
              </a:rPr>
              <a:t>Two or more String methods</a:t>
            </a:r>
          </a:p>
        </p:txBody>
      </p:sp>
      <p:sp>
        <p:nvSpPr>
          <p:cNvPr id="20" name="">
            <a:extLst xmlns:a="http://schemas.openxmlformats.org/drawingml/2006/main">
              <a:ext uri="{FF2B5EF4-FFF2-40B4-BE49-F238E27FC236}">
                <a16:creationId xmlns:a16="http://schemas.microsoft.com/office/drawing/2014/main" id="{5D2F1221-4759-49F7-8A96-6F40A4A969B9}"/>
              </a:ext>
            </a:extLst>
          </p:cNvPr>
          <p:cNvSpPr>
            <a:spLocks xmlns:a="http://schemas.openxmlformats.org/drawingml/2006/main" noGrp="1"/>
          </p:cNvSpPr>
          <p:nvPr/>
        </p:nvSpPr>
        <p:spPr>
          <a:xfrm xmlns:a="http://schemas.openxmlformats.org/drawingml/2006/main">
            <a:off x="914400" y="5048250"/>
            <a:ext cx="49625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182B45"/>
                </a:solidFill>
                <a:latin typeface="Liberation Sans"/>
                <a:ea typeface="Liberation Sans"/>
                <a:cs typeface="Liberation Sans"/>
              </a:defRPr>
            </a:defPPr>
            <a:lvl1pPr algn="l">
              <a:defRPr sz="1200" b="0" i="0">
                <a:solidFill>
                  <a:srgbClr val="182B45"/>
                </a:solidFill>
                <a:latin typeface="Liberation Sans"/>
                <a:ea typeface="Liberation Sans"/>
                <a:cs typeface="Liberation Sans"/>
              </a:defRPr>
            </a:lvl1pPr>
            <a:lvl2pPr algn="l">
              <a:defRPr sz="1200" b="0" i="0">
                <a:solidFill>
                  <a:srgbClr val="182B45"/>
                </a:solidFill>
                <a:latin typeface="Liberation Sans"/>
                <a:ea typeface="Liberation Sans"/>
                <a:cs typeface="Liberation Sans"/>
              </a:defRPr>
            </a:lvl2pPr>
            <a:lvl3pPr algn="l">
              <a:defRPr sz="1200" b="0" i="0">
                <a:solidFill>
                  <a:srgbClr val="182B45"/>
                </a:solidFill>
                <a:latin typeface="Liberation Sans"/>
                <a:ea typeface="Liberation Sans"/>
                <a:cs typeface="Liberation Sans"/>
              </a:defRPr>
            </a:lvl3pPr>
            <a:lvl4pPr algn="l">
              <a:defRPr sz="1200" b="0" i="0">
                <a:solidFill>
                  <a:srgbClr val="182B45"/>
                </a:solidFill>
                <a:latin typeface="Liberation Sans"/>
                <a:ea typeface="Liberation Sans"/>
                <a:cs typeface="Liberation Sans"/>
              </a:defRPr>
            </a:lvl4pPr>
            <a:lvl5pPr algn="l">
              <a:defRPr sz="1200" b="0" i="0">
                <a:solidFill>
                  <a:srgbClr val="182B45"/>
                </a:solidFill>
                <a:latin typeface="Liberation Sans"/>
                <a:ea typeface="Liberation Sans"/>
                <a:cs typeface="Liberation Sans"/>
              </a:defRPr>
            </a:lvl5pPr>
            <a:lvl6pPr algn="l">
              <a:defRPr sz="1200" b="0" i="0">
                <a:solidFill>
                  <a:srgbClr val="182B45"/>
                </a:solidFill>
                <a:latin typeface="Liberation Sans"/>
                <a:ea typeface="Liberation Sans"/>
                <a:cs typeface="Liberation Sans"/>
              </a:defRPr>
            </a:lvl6pPr>
            <a:lvl7pPr algn="l">
              <a:defRPr sz="1200" b="0" i="0">
                <a:solidFill>
                  <a:srgbClr val="182B45"/>
                </a:solidFill>
                <a:latin typeface="Liberation Sans"/>
                <a:ea typeface="Liberation Sans"/>
                <a:cs typeface="Liberation Sans"/>
              </a:defRPr>
            </a:lvl7pPr>
            <a:lvl8pPr algn="l">
              <a:defRPr sz="1200" b="0" i="0">
                <a:solidFill>
                  <a:srgbClr val="182B45"/>
                </a:solidFill>
                <a:latin typeface="Liberation Sans"/>
                <a:ea typeface="Liberation Sans"/>
                <a:cs typeface="Liberation Sans"/>
              </a:defRPr>
            </a:lvl8pPr>
            <a:lvl9pPr algn="l">
              <a:defRPr sz="1200" b="0" i="0">
                <a:solidFill>
                  <a:srgbClr val="182B45"/>
                </a:solidFill>
                <a:latin typeface="Liberation Sans"/>
                <a:ea typeface="Liberation Sans"/>
                <a:cs typeface="Liberation Sans"/>
              </a:defRPr>
            </a:lvl9pPr>
          </a:lstStyle>
          <a:p xmlns:a="http://schemas.openxmlformats.org/drawingml/2006/main">
            <a:pPr algn="l">
              <a:defRPr sz="1200" b="0" i="0">
                <a:solidFill>
                  <a:srgbClr val="182B45"/>
                </a:solidFill>
                <a:latin typeface="Liberation Sans"/>
                <a:ea typeface="Liberation Sans"/>
                <a:cs typeface="Liberation Sans"/>
              </a:defRPr>
            </a:pPr>
            <a:r>
              <a:rPr sz="1200" b="0" i="0">
                <a:solidFill>
                  <a:srgbClr val="182B45"/>
                </a:solidFill>
                <a:latin typeface="Liberation Sans"/>
                <a:ea typeface="Liberation Sans"/>
                <a:cs typeface="Liberation Sans"/>
              </a:rPr>
              <a:t>toLowerCase(), split(), trim(), length(), substring(), equals()</a:t>
            </a:r>
          </a:p>
        </p:txBody>
      </p:sp>
      <p:sp>
        <p:nvSpPr>
          <p:cNvPr id="21" name="">
            <a:extLst xmlns:a="http://schemas.openxmlformats.org/drawingml/2006/main">
              <a:ext uri="{FF2B5EF4-FFF2-40B4-BE49-F238E27FC236}">
                <a16:creationId xmlns:a16="http://schemas.microsoft.com/office/drawing/2014/main" id="{04F6FD59-EA77-486E-A2E5-4015C74B2717}"/>
              </a:ext>
            </a:extLst>
          </p:cNvPr>
          <p:cNvSpPr>
            <a:spLocks xmlns:a="http://schemas.openxmlformats.org/drawingml/2006/main" noGrp="1"/>
          </p:cNvSpPr>
          <p:nvPr/>
        </p:nvSpPr>
        <p:spPr>
          <a:xfrm xmlns:a="http://schemas.openxmlformats.org/drawingml/2006/main">
            <a:off x="6067425" y="1438275"/>
            <a:ext cx="9525" cy="4333875"/>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88A6A4D-4768-4513-AB3E-EDFF9B882A7B}"/>
              </a:ext>
            </a:extLst>
          </p:cNvPr>
          <p:cNvSpPr>
            <a:spLocks xmlns:a="http://schemas.openxmlformats.org/drawingml/2006/main" noGrp="1"/>
          </p:cNvSpPr>
          <p:nvPr/>
        </p:nvSpPr>
        <p:spPr>
          <a:xfrm xmlns:a="http://schemas.openxmlformats.org/drawingml/2006/main">
            <a:off x="6400800" y="1485900"/>
            <a:ext cx="114300" cy="114300"/>
          </a:xfrm>
          <a:prstGeom xmlns:a="http://schemas.openxmlformats.org/drawingml/2006/main" prst="ellipse">
            <a:avLst/>
          </a:prstGeom>
          <a:solidFill xmlns:a="http://schemas.openxmlformats.org/drawingml/2006/main">
            <a:srgbClr val="34877E"/>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27EBE10-F4AF-4F3B-B53B-48B332407947}"/>
              </a:ext>
            </a:extLst>
          </p:cNvPr>
          <p:cNvSpPr>
            <a:spLocks xmlns:a="http://schemas.openxmlformats.org/drawingml/2006/main" noGrp="1"/>
          </p:cNvSpPr>
          <p:nvPr/>
        </p:nvSpPr>
        <p:spPr>
          <a:xfrm xmlns:a="http://schemas.openxmlformats.org/drawingml/2006/main">
            <a:off x="6629400" y="1438275"/>
            <a:ext cx="487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0243A"/>
                </a:solidFill>
                <a:latin typeface="Liberation Sans"/>
                <a:ea typeface="Liberation Sans"/>
                <a:cs typeface="Liberation Sans"/>
              </a:defRPr>
            </a:defPPr>
            <a:lvl1pPr algn="l">
              <a:defRPr sz="1350" b="1" i="0">
                <a:solidFill>
                  <a:srgbClr val="10243A"/>
                </a:solidFill>
                <a:latin typeface="Liberation Sans"/>
                <a:ea typeface="Liberation Sans"/>
                <a:cs typeface="Liberation Sans"/>
              </a:defRPr>
            </a:lvl1pPr>
            <a:lvl2pPr algn="l">
              <a:defRPr sz="1350" b="1" i="0">
                <a:solidFill>
                  <a:srgbClr val="10243A"/>
                </a:solidFill>
                <a:latin typeface="Liberation Sans"/>
                <a:ea typeface="Liberation Sans"/>
                <a:cs typeface="Liberation Sans"/>
              </a:defRPr>
            </a:lvl2pPr>
            <a:lvl3pPr algn="l">
              <a:defRPr sz="1350" b="1" i="0">
                <a:solidFill>
                  <a:srgbClr val="10243A"/>
                </a:solidFill>
                <a:latin typeface="Liberation Sans"/>
                <a:ea typeface="Liberation Sans"/>
                <a:cs typeface="Liberation Sans"/>
              </a:defRPr>
            </a:lvl3pPr>
            <a:lvl4pPr algn="l">
              <a:defRPr sz="1350" b="1" i="0">
                <a:solidFill>
                  <a:srgbClr val="10243A"/>
                </a:solidFill>
                <a:latin typeface="Liberation Sans"/>
                <a:ea typeface="Liberation Sans"/>
                <a:cs typeface="Liberation Sans"/>
              </a:defRPr>
            </a:lvl4pPr>
            <a:lvl5pPr algn="l">
              <a:defRPr sz="1350" b="1" i="0">
                <a:solidFill>
                  <a:srgbClr val="10243A"/>
                </a:solidFill>
                <a:latin typeface="Liberation Sans"/>
                <a:ea typeface="Liberation Sans"/>
                <a:cs typeface="Liberation Sans"/>
              </a:defRPr>
            </a:lvl5pPr>
            <a:lvl6pPr algn="l">
              <a:defRPr sz="1350" b="1" i="0">
                <a:solidFill>
                  <a:srgbClr val="10243A"/>
                </a:solidFill>
                <a:latin typeface="Liberation Sans"/>
                <a:ea typeface="Liberation Sans"/>
                <a:cs typeface="Liberation Sans"/>
              </a:defRPr>
            </a:lvl6pPr>
            <a:lvl7pPr algn="l">
              <a:defRPr sz="1350" b="1" i="0">
                <a:solidFill>
                  <a:srgbClr val="10243A"/>
                </a:solidFill>
                <a:latin typeface="Liberation Sans"/>
                <a:ea typeface="Liberation Sans"/>
                <a:cs typeface="Liberation Sans"/>
              </a:defRPr>
            </a:lvl7pPr>
            <a:lvl8pPr algn="l">
              <a:defRPr sz="1350" b="1" i="0">
                <a:solidFill>
                  <a:srgbClr val="10243A"/>
                </a:solidFill>
                <a:latin typeface="Liberation Sans"/>
                <a:ea typeface="Liberation Sans"/>
                <a:cs typeface="Liberation Sans"/>
              </a:defRPr>
            </a:lvl8pPr>
            <a:lvl9pPr algn="l">
              <a:defRPr sz="1350" b="1" i="0">
                <a:solidFill>
                  <a:srgbClr val="10243A"/>
                </a:solidFill>
                <a:latin typeface="Liberation Sans"/>
                <a:ea typeface="Liberation Sans"/>
                <a:cs typeface="Liberation Sans"/>
              </a:defRPr>
            </a:lvl9pPr>
          </a:lstStyle>
          <a:p xmlns:a="http://schemas.openxmlformats.org/drawingml/2006/main">
            <a:pPr algn="l">
              <a:defRPr sz="1350" b="1" i="0">
                <a:solidFill>
                  <a:srgbClr val="10243A"/>
                </a:solidFill>
                <a:latin typeface="Liberation Sans"/>
                <a:ea typeface="Liberation Sans"/>
                <a:cs typeface="Liberation Sans"/>
              </a:defRPr>
            </a:pPr>
            <a:r>
              <a:rPr sz="1350" b="1" i="0">
                <a:solidFill>
                  <a:srgbClr val="10243A"/>
                </a:solidFill>
                <a:latin typeface="Liberation Sans"/>
                <a:ea typeface="Liberation Sans"/>
                <a:cs typeface="Liberation Sans"/>
              </a:rPr>
              <a:t>Conditionals / compound Boolean</a:t>
            </a:r>
          </a:p>
        </p:txBody>
      </p:sp>
      <p:sp>
        <p:nvSpPr>
          <p:cNvPr id="24" name="">
            <a:extLst xmlns:a="http://schemas.openxmlformats.org/drawingml/2006/main">
              <a:ext uri="{FF2B5EF4-FFF2-40B4-BE49-F238E27FC236}">
                <a16:creationId xmlns:a16="http://schemas.microsoft.com/office/drawing/2014/main" id="{9C50A7AB-B841-43AC-8AF7-D2CA5155A12A}"/>
              </a:ext>
            </a:extLst>
          </p:cNvPr>
          <p:cNvSpPr>
            <a:spLocks xmlns:a="http://schemas.openxmlformats.org/drawingml/2006/main" noGrp="1"/>
          </p:cNvSpPr>
          <p:nvPr/>
        </p:nvSpPr>
        <p:spPr>
          <a:xfrm xmlns:a="http://schemas.openxmlformats.org/drawingml/2006/main">
            <a:off x="6629400" y="1695450"/>
            <a:ext cx="4876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182B45"/>
                </a:solidFill>
                <a:latin typeface="Liberation Sans"/>
                <a:ea typeface="Liberation Sans"/>
                <a:cs typeface="Liberation Sans"/>
              </a:defRPr>
            </a:defPPr>
            <a:lvl1pPr algn="l">
              <a:defRPr sz="1200" b="0" i="0">
                <a:solidFill>
                  <a:srgbClr val="182B45"/>
                </a:solidFill>
                <a:latin typeface="Liberation Sans"/>
                <a:ea typeface="Liberation Sans"/>
                <a:cs typeface="Liberation Sans"/>
              </a:defRPr>
            </a:lvl1pPr>
            <a:lvl2pPr algn="l">
              <a:defRPr sz="1200" b="0" i="0">
                <a:solidFill>
                  <a:srgbClr val="182B45"/>
                </a:solidFill>
                <a:latin typeface="Liberation Sans"/>
                <a:ea typeface="Liberation Sans"/>
                <a:cs typeface="Liberation Sans"/>
              </a:defRPr>
            </a:lvl2pPr>
            <a:lvl3pPr algn="l">
              <a:defRPr sz="1200" b="0" i="0">
                <a:solidFill>
                  <a:srgbClr val="182B45"/>
                </a:solidFill>
                <a:latin typeface="Liberation Sans"/>
                <a:ea typeface="Liberation Sans"/>
                <a:cs typeface="Liberation Sans"/>
              </a:defRPr>
            </a:lvl3pPr>
            <a:lvl4pPr algn="l">
              <a:defRPr sz="1200" b="0" i="0">
                <a:solidFill>
                  <a:srgbClr val="182B45"/>
                </a:solidFill>
                <a:latin typeface="Liberation Sans"/>
                <a:ea typeface="Liberation Sans"/>
                <a:cs typeface="Liberation Sans"/>
              </a:defRPr>
            </a:lvl4pPr>
            <a:lvl5pPr algn="l">
              <a:defRPr sz="1200" b="0" i="0">
                <a:solidFill>
                  <a:srgbClr val="182B45"/>
                </a:solidFill>
                <a:latin typeface="Liberation Sans"/>
                <a:ea typeface="Liberation Sans"/>
                <a:cs typeface="Liberation Sans"/>
              </a:defRPr>
            </a:lvl5pPr>
            <a:lvl6pPr algn="l">
              <a:defRPr sz="1200" b="0" i="0">
                <a:solidFill>
                  <a:srgbClr val="182B45"/>
                </a:solidFill>
                <a:latin typeface="Liberation Sans"/>
                <a:ea typeface="Liberation Sans"/>
                <a:cs typeface="Liberation Sans"/>
              </a:defRPr>
            </a:lvl6pPr>
            <a:lvl7pPr algn="l">
              <a:defRPr sz="1200" b="0" i="0">
                <a:solidFill>
                  <a:srgbClr val="182B45"/>
                </a:solidFill>
                <a:latin typeface="Liberation Sans"/>
                <a:ea typeface="Liberation Sans"/>
                <a:cs typeface="Liberation Sans"/>
              </a:defRPr>
            </a:lvl7pPr>
            <a:lvl8pPr algn="l">
              <a:defRPr sz="1200" b="0" i="0">
                <a:solidFill>
                  <a:srgbClr val="182B45"/>
                </a:solidFill>
                <a:latin typeface="Liberation Sans"/>
                <a:ea typeface="Liberation Sans"/>
                <a:cs typeface="Liberation Sans"/>
              </a:defRPr>
            </a:lvl8pPr>
            <a:lvl9pPr algn="l">
              <a:defRPr sz="1200" b="0" i="0">
                <a:solidFill>
                  <a:srgbClr val="182B45"/>
                </a:solidFill>
                <a:latin typeface="Liberation Sans"/>
                <a:ea typeface="Liberation Sans"/>
                <a:cs typeface="Liberation Sans"/>
              </a:defRPr>
            </a:lvl9pPr>
          </a:lstStyle>
          <a:p xmlns:a="http://schemas.openxmlformats.org/drawingml/2006/main">
            <a:pPr algn="l">
              <a:defRPr sz="1200" b="0" i="0">
                <a:solidFill>
                  <a:srgbClr val="182B45"/>
                </a:solidFill>
                <a:latin typeface="Liberation Sans"/>
                <a:ea typeface="Liberation Sans"/>
                <a:cs typeface="Liberation Sans"/>
              </a:defRPr>
            </a:pPr>
            <a:r>
              <a:rPr sz="1200" b="0" i="0">
                <a:solidFill>
                  <a:srgbClr val="182B45"/>
                </a:solidFill>
                <a:latin typeface="Liberation Sans"/>
                <a:ea typeface="Liberation Sans"/>
                <a:cs typeface="Liberation Sans"/>
              </a:rPr>
              <a:t>&amp;&amp; validates rows; if / else if / else classifies score</a:t>
            </a:r>
          </a:p>
        </p:txBody>
      </p:sp>
      <p:sp>
        <p:nvSpPr>
          <p:cNvPr id="25" name="">
            <a:extLst xmlns:a="http://schemas.openxmlformats.org/drawingml/2006/main">
              <a:ext uri="{FF2B5EF4-FFF2-40B4-BE49-F238E27FC236}">
                <a16:creationId xmlns:a16="http://schemas.microsoft.com/office/drawing/2014/main" id="{A6DFEBD6-8EC2-4605-A543-AFD587AD56C1}"/>
              </a:ext>
            </a:extLst>
          </p:cNvPr>
          <p:cNvSpPr>
            <a:spLocks xmlns:a="http://schemas.openxmlformats.org/drawingml/2006/main" noGrp="1"/>
          </p:cNvSpPr>
          <p:nvPr/>
        </p:nvSpPr>
        <p:spPr>
          <a:xfrm xmlns:a="http://schemas.openxmlformats.org/drawingml/2006/main">
            <a:off x="6400800" y="2324100"/>
            <a:ext cx="114300" cy="114300"/>
          </a:xfrm>
          <a:prstGeom xmlns:a="http://schemas.openxmlformats.org/drawingml/2006/main" prst="ellipse">
            <a:avLst/>
          </a:prstGeom>
          <a:solidFill xmlns:a="http://schemas.openxmlformats.org/drawingml/2006/main">
            <a:srgbClr val="34877E"/>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DFCEB4A-6A5C-453F-96D4-8B0C9DF086F8}"/>
              </a:ext>
            </a:extLst>
          </p:cNvPr>
          <p:cNvSpPr>
            <a:spLocks xmlns:a="http://schemas.openxmlformats.org/drawingml/2006/main" noGrp="1"/>
          </p:cNvSpPr>
          <p:nvPr/>
        </p:nvSpPr>
        <p:spPr>
          <a:xfrm xmlns:a="http://schemas.openxmlformats.org/drawingml/2006/main">
            <a:off x="6629400" y="2276475"/>
            <a:ext cx="487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0243A"/>
                </a:solidFill>
                <a:latin typeface="Liberation Sans"/>
                <a:ea typeface="Liberation Sans"/>
                <a:cs typeface="Liberation Sans"/>
              </a:defRPr>
            </a:defPPr>
            <a:lvl1pPr algn="l">
              <a:defRPr sz="1350" b="1" i="0">
                <a:solidFill>
                  <a:srgbClr val="10243A"/>
                </a:solidFill>
                <a:latin typeface="Liberation Sans"/>
                <a:ea typeface="Liberation Sans"/>
                <a:cs typeface="Liberation Sans"/>
              </a:defRPr>
            </a:lvl1pPr>
            <a:lvl2pPr algn="l">
              <a:defRPr sz="1350" b="1" i="0">
                <a:solidFill>
                  <a:srgbClr val="10243A"/>
                </a:solidFill>
                <a:latin typeface="Liberation Sans"/>
                <a:ea typeface="Liberation Sans"/>
                <a:cs typeface="Liberation Sans"/>
              </a:defRPr>
            </a:lvl2pPr>
            <a:lvl3pPr algn="l">
              <a:defRPr sz="1350" b="1" i="0">
                <a:solidFill>
                  <a:srgbClr val="10243A"/>
                </a:solidFill>
                <a:latin typeface="Liberation Sans"/>
                <a:ea typeface="Liberation Sans"/>
                <a:cs typeface="Liberation Sans"/>
              </a:defRPr>
            </a:lvl3pPr>
            <a:lvl4pPr algn="l">
              <a:defRPr sz="1350" b="1" i="0">
                <a:solidFill>
                  <a:srgbClr val="10243A"/>
                </a:solidFill>
                <a:latin typeface="Liberation Sans"/>
                <a:ea typeface="Liberation Sans"/>
                <a:cs typeface="Liberation Sans"/>
              </a:defRPr>
            </a:lvl4pPr>
            <a:lvl5pPr algn="l">
              <a:defRPr sz="1350" b="1" i="0">
                <a:solidFill>
                  <a:srgbClr val="10243A"/>
                </a:solidFill>
                <a:latin typeface="Liberation Sans"/>
                <a:ea typeface="Liberation Sans"/>
                <a:cs typeface="Liberation Sans"/>
              </a:defRPr>
            </a:lvl5pPr>
            <a:lvl6pPr algn="l">
              <a:defRPr sz="1350" b="1" i="0">
                <a:solidFill>
                  <a:srgbClr val="10243A"/>
                </a:solidFill>
                <a:latin typeface="Liberation Sans"/>
                <a:ea typeface="Liberation Sans"/>
                <a:cs typeface="Liberation Sans"/>
              </a:defRPr>
            </a:lvl6pPr>
            <a:lvl7pPr algn="l">
              <a:defRPr sz="1350" b="1" i="0">
                <a:solidFill>
                  <a:srgbClr val="10243A"/>
                </a:solidFill>
                <a:latin typeface="Liberation Sans"/>
                <a:ea typeface="Liberation Sans"/>
                <a:cs typeface="Liberation Sans"/>
              </a:defRPr>
            </a:lvl7pPr>
            <a:lvl8pPr algn="l">
              <a:defRPr sz="1350" b="1" i="0">
                <a:solidFill>
                  <a:srgbClr val="10243A"/>
                </a:solidFill>
                <a:latin typeface="Liberation Sans"/>
                <a:ea typeface="Liberation Sans"/>
                <a:cs typeface="Liberation Sans"/>
              </a:defRPr>
            </a:lvl8pPr>
            <a:lvl9pPr algn="l">
              <a:defRPr sz="1350" b="1" i="0">
                <a:solidFill>
                  <a:srgbClr val="10243A"/>
                </a:solidFill>
                <a:latin typeface="Liberation Sans"/>
                <a:ea typeface="Liberation Sans"/>
                <a:cs typeface="Liberation Sans"/>
              </a:defRPr>
            </a:lvl9pPr>
          </a:lstStyle>
          <a:p xmlns:a="http://schemas.openxmlformats.org/drawingml/2006/main">
            <a:pPr algn="l">
              <a:defRPr sz="1350" b="1" i="0">
                <a:solidFill>
                  <a:srgbClr val="10243A"/>
                </a:solidFill>
                <a:latin typeface="Liberation Sans"/>
                <a:ea typeface="Liberation Sans"/>
                <a:cs typeface="Liberation Sans"/>
              </a:defRPr>
            </a:pPr>
            <a:r>
              <a:rPr sz="1350" b="1" i="0">
                <a:solidFill>
                  <a:srgbClr val="10243A"/>
                </a:solidFill>
                <a:latin typeface="Liberation Sans"/>
                <a:ea typeface="Liberation Sans"/>
                <a:cs typeface="Liberation Sans"/>
              </a:rPr>
              <a:t>Iteration code and explanation</a:t>
            </a:r>
          </a:p>
        </p:txBody>
      </p:sp>
      <p:sp>
        <p:nvSpPr>
          <p:cNvPr id="27" name="">
            <a:extLst xmlns:a="http://schemas.openxmlformats.org/drawingml/2006/main">
              <a:ext uri="{FF2B5EF4-FFF2-40B4-BE49-F238E27FC236}">
                <a16:creationId xmlns:a16="http://schemas.microsoft.com/office/drawing/2014/main" id="{CFBEF229-6124-4183-BBDD-1EC6AAFAB8EE}"/>
              </a:ext>
            </a:extLst>
          </p:cNvPr>
          <p:cNvSpPr>
            <a:spLocks xmlns:a="http://schemas.openxmlformats.org/drawingml/2006/main" noGrp="1"/>
          </p:cNvSpPr>
          <p:nvPr/>
        </p:nvSpPr>
        <p:spPr>
          <a:xfrm xmlns:a="http://schemas.openxmlformats.org/drawingml/2006/main">
            <a:off x="6629400" y="2533650"/>
            <a:ext cx="4876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182B45"/>
                </a:solidFill>
                <a:latin typeface="Liberation Sans"/>
                <a:ea typeface="Liberation Sans"/>
                <a:cs typeface="Liberation Sans"/>
              </a:defRPr>
            </a:defPPr>
            <a:lvl1pPr algn="l">
              <a:defRPr sz="1200" b="0" i="0">
                <a:solidFill>
                  <a:srgbClr val="182B45"/>
                </a:solidFill>
                <a:latin typeface="Liberation Sans"/>
                <a:ea typeface="Liberation Sans"/>
                <a:cs typeface="Liberation Sans"/>
              </a:defRPr>
            </a:lvl1pPr>
            <a:lvl2pPr algn="l">
              <a:defRPr sz="1200" b="0" i="0">
                <a:solidFill>
                  <a:srgbClr val="182B45"/>
                </a:solidFill>
                <a:latin typeface="Liberation Sans"/>
                <a:ea typeface="Liberation Sans"/>
                <a:cs typeface="Liberation Sans"/>
              </a:defRPr>
            </a:lvl2pPr>
            <a:lvl3pPr algn="l">
              <a:defRPr sz="1200" b="0" i="0">
                <a:solidFill>
                  <a:srgbClr val="182B45"/>
                </a:solidFill>
                <a:latin typeface="Liberation Sans"/>
                <a:ea typeface="Liberation Sans"/>
                <a:cs typeface="Liberation Sans"/>
              </a:defRPr>
            </a:lvl3pPr>
            <a:lvl4pPr algn="l">
              <a:defRPr sz="1200" b="0" i="0">
                <a:solidFill>
                  <a:srgbClr val="182B45"/>
                </a:solidFill>
                <a:latin typeface="Liberation Sans"/>
                <a:ea typeface="Liberation Sans"/>
                <a:cs typeface="Liberation Sans"/>
              </a:defRPr>
            </a:lvl4pPr>
            <a:lvl5pPr algn="l">
              <a:defRPr sz="1200" b="0" i="0">
                <a:solidFill>
                  <a:srgbClr val="182B45"/>
                </a:solidFill>
                <a:latin typeface="Liberation Sans"/>
                <a:ea typeface="Liberation Sans"/>
                <a:cs typeface="Liberation Sans"/>
              </a:defRPr>
            </a:lvl5pPr>
            <a:lvl6pPr algn="l">
              <a:defRPr sz="1200" b="0" i="0">
                <a:solidFill>
                  <a:srgbClr val="182B45"/>
                </a:solidFill>
                <a:latin typeface="Liberation Sans"/>
                <a:ea typeface="Liberation Sans"/>
                <a:cs typeface="Liberation Sans"/>
              </a:defRPr>
            </a:lvl6pPr>
            <a:lvl7pPr algn="l">
              <a:defRPr sz="1200" b="0" i="0">
                <a:solidFill>
                  <a:srgbClr val="182B45"/>
                </a:solidFill>
                <a:latin typeface="Liberation Sans"/>
                <a:ea typeface="Liberation Sans"/>
                <a:cs typeface="Liberation Sans"/>
              </a:defRPr>
            </a:lvl7pPr>
            <a:lvl8pPr algn="l">
              <a:defRPr sz="1200" b="0" i="0">
                <a:solidFill>
                  <a:srgbClr val="182B45"/>
                </a:solidFill>
                <a:latin typeface="Liberation Sans"/>
                <a:ea typeface="Liberation Sans"/>
                <a:cs typeface="Liberation Sans"/>
              </a:defRPr>
            </a:lvl8pPr>
            <a:lvl9pPr algn="l">
              <a:defRPr sz="1200" b="0" i="0">
                <a:solidFill>
                  <a:srgbClr val="182B45"/>
                </a:solidFill>
                <a:latin typeface="Liberation Sans"/>
                <a:ea typeface="Liberation Sans"/>
                <a:cs typeface="Liberation Sans"/>
              </a:defRPr>
            </a:lvl9pPr>
          </a:lstStyle>
          <a:p xmlns:a="http://schemas.openxmlformats.org/drawingml/2006/main">
            <a:pPr algn="l">
              <a:defRPr sz="1200" b="0" i="0">
                <a:solidFill>
                  <a:srgbClr val="182B45"/>
                </a:solidFill>
                <a:latin typeface="Liberation Sans"/>
                <a:ea typeface="Liberation Sans"/>
                <a:cs typeface="Liberation Sans"/>
              </a:defRPr>
            </a:pPr>
            <a:r>
              <a:rPr sz="1200" b="0" i="0">
                <a:solidFill>
                  <a:srgbClr val="182B45"/>
                </a:solidFill>
                <a:latin typeface="Liberation Sans"/>
                <a:ea typeface="Liberation Sans"/>
                <a:cs typeface="Liberation Sans"/>
              </a:rPr>
              <a:t>for loop visits every word; while loop reads CSV data</a:t>
            </a:r>
          </a:p>
        </p:txBody>
      </p:sp>
      <p:sp>
        <p:nvSpPr>
          <p:cNvPr id="28" name="">
            <a:extLst xmlns:a="http://schemas.openxmlformats.org/drawingml/2006/main">
              <a:ext uri="{FF2B5EF4-FFF2-40B4-BE49-F238E27FC236}">
                <a16:creationId xmlns:a16="http://schemas.microsoft.com/office/drawing/2014/main" id="{E0A4FE17-0834-44B1-ABED-4324986CC2B5}"/>
              </a:ext>
            </a:extLst>
          </p:cNvPr>
          <p:cNvSpPr>
            <a:spLocks xmlns:a="http://schemas.openxmlformats.org/drawingml/2006/main" noGrp="1"/>
          </p:cNvSpPr>
          <p:nvPr/>
        </p:nvSpPr>
        <p:spPr>
          <a:xfrm xmlns:a="http://schemas.openxmlformats.org/drawingml/2006/main">
            <a:off x="6400800" y="3162300"/>
            <a:ext cx="114300" cy="114300"/>
          </a:xfrm>
          <a:prstGeom xmlns:a="http://schemas.openxmlformats.org/drawingml/2006/main" prst="ellipse">
            <a:avLst/>
          </a:prstGeom>
          <a:solidFill xmlns:a="http://schemas.openxmlformats.org/drawingml/2006/main">
            <a:srgbClr val="34877E"/>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DBBCEC16-0693-4902-9859-A1285D9D8F57}"/>
              </a:ext>
            </a:extLst>
          </p:cNvPr>
          <p:cNvSpPr>
            <a:spLocks xmlns:a="http://schemas.openxmlformats.org/drawingml/2006/main" noGrp="1"/>
          </p:cNvSpPr>
          <p:nvPr/>
        </p:nvSpPr>
        <p:spPr>
          <a:xfrm xmlns:a="http://schemas.openxmlformats.org/drawingml/2006/main">
            <a:off x="6629400" y="3114675"/>
            <a:ext cx="487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0243A"/>
                </a:solidFill>
                <a:latin typeface="Liberation Sans"/>
                <a:ea typeface="Liberation Sans"/>
                <a:cs typeface="Liberation Sans"/>
              </a:defRPr>
            </a:defPPr>
            <a:lvl1pPr algn="l">
              <a:defRPr sz="1350" b="1" i="0">
                <a:solidFill>
                  <a:srgbClr val="10243A"/>
                </a:solidFill>
                <a:latin typeface="Liberation Sans"/>
                <a:ea typeface="Liberation Sans"/>
                <a:cs typeface="Liberation Sans"/>
              </a:defRPr>
            </a:lvl1pPr>
            <a:lvl2pPr algn="l">
              <a:defRPr sz="1350" b="1" i="0">
                <a:solidFill>
                  <a:srgbClr val="10243A"/>
                </a:solidFill>
                <a:latin typeface="Liberation Sans"/>
                <a:ea typeface="Liberation Sans"/>
                <a:cs typeface="Liberation Sans"/>
              </a:defRPr>
            </a:lvl2pPr>
            <a:lvl3pPr algn="l">
              <a:defRPr sz="1350" b="1" i="0">
                <a:solidFill>
                  <a:srgbClr val="10243A"/>
                </a:solidFill>
                <a:latin typeface="Liberation Sans"/>
                <a:ea typeface="Liberation Sans"/>
                <a:cs typeface="Liberation Sans"/>
              </a:defRPr>
            </a:lvl3pPr>
            <a:lvl4pPr algn="l">
              <a:defRPr sz="1350" b="1" i="0">
                <a:solidFill>
                  <a:srgbClr val="10243A"/>
                </a:solidFill>
                <a:latin typeface="Liberation Sans"/>
                <a:ea typeface="Liberation Sans"/>
                <a:cs typeface="Liberation Sans"/>
              </a:defRPr>
            </a:lvl4pPr>
            <a:lvl5pPr algn="l">
              <a:defRPr sz="1350" b="1" i="0">
                <a:solidFill>
                  <a:srgbClr val="10243A"/>
                </a:solidFill>
                <a:latin typeface="Liberation Sans"/>
                <a:ea typeface="Liberation Sans"/>
                <a:cs typeface="Liberation Sans"/>
              </a:defRPr>
            </a:lvl5pPr>
            <a:lvl6pPr algn="l">
              <a:defRPr sz="1350" b="1" i="0">
                <a:solidFill>
                  <a:srgbClr val="10243A"/>
                </a:solidFill>
                <a:latin typeface="Liberation Sans"/>
                <a:ea typeface="Liberation Sans"/>
                <a:cs typeface="Liberation Sans"/>
              </a:defRPr>
            </a:lvl6pPr>
            <a:lvl7pPr algn="l">
              <a:defRPr sz="1350" b="1" i="0">
                <a:solidFill>
                  <a:srgbClr val="10243A"/>
                </a:solidFill>
                <a:latin typeface="Liberation Sans"/>
                <a:ea typeface="Liberation Sans"/>
                <a:cs typeface="Liberation Sans"/>
              </a:defRPr>
            </a:lvl7pPr>
            <a:lvl8pPr algn="l">
              <a:defRPr sz="1350" b="1" i="0">
                <a:solidFill>
                  <a:srgbClr val="10243A"/>
                </a:solidFill>
                <a:latin typeface="Liberation Sans"/>
                <a:ea typeface="Liberation Sans"/>
                <a:cs typeface="Liberation Sans"/>
              </a:defRPr>
            </a:lvl8pPr>
            <a:lvl9pPr algn="l">
              <a:defRPr sz="1350" b="1" i="0">
                <a:solidFill>
                  <a:srgbClr val="10243A"/>
                </a:solidFill>
                <a:latin typeface="Liberation Sans"/>
                <a:ea typeface="Liberation Sans"/>
                <a:cs typeface="Liberation Sans"/>
              </a:defRPr>
            </a:lvl9pPr>
          </a:lstStyle>
          <a:p xmlns:a="http://schemas.openxmlformats.org/drawingml/2006/main">
            <a:pPr algn="l">
              <a:defRPr sz="1350" b="1" i="0">
                <a:solidFill>
                  <a:srgbClr val="10243A"/>
                </a:solidFill>
                <a:latin typeface="Liberation Sans"/>
                <a:ea typeface="Liberation Sans"/>
                <a:cs typeface="Liberation Sans"/>
              </a:defRPr>
            </a:pPr>
            <a:r>
              <a:rPr sz="1350" b="1" i="0">
                <a:solidFill>
                  <a:srgbClr val="10243A"/>
                </a:solidFill>
                <a:latin typeface="Liberation Sans"/>
                <a:ea typeface="Liberation Sans"/>
                <a:cs typeface="Liberation Sans"/>
              </a:rPr>
              <a:t>Equivalent iteration</a:t>
            </a:r>
          </a:p>
        </p:txBody>
      </p:sp>
      <p:sp>
        <p:nvSpPr>
          <p:cNvPr id="30" name="">
            <a:extLst xmlns:a="http://schemas.openxmlformats.org/drawingml/2006/main">
              <a:ext uri="{FF2B5EF4-FFF2-40B4-BE49-F238E27FC236}">
                <a16:creationId xmlns:a16="http://schemas.microsoft.com/office/drawing/2014/main" id="{A16D5991-767A-4250-BA8D-2C23FD3E239A}"/>
              </a:ext>
            </a:extLst>
          </p:cNvPr>
          <p:cNvSpPr>
            <a:spLocks xmlns:a="http://schemas.openxmlformats.org/drawingml/2006/main" noGrp="1"/>
          </p:cNvSpPr>
          <p:nvPr/>
        </p:nvSpPr>
        <p:spPr>
          <a:xfrm xmlns:a="http://schemas.openxmlformats.org/drawingml/2006/main">
            <a:off x="6629400" y="3371850"/>
            <a:ext cx="4876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182B45"/>
                </a:solidFill>
                <a:latin typeface="Liberation Sans"/>
                <a:ea typeface="Liberation Sans"/>
                <a:cs typeface="Liberation Sans"/>
              </a:defRPr>
            </a:defPPr>
            <a:lvl1pPr algn="l">
              <a:defRPr sz="1200" b="0" i="0">
                <a:solidFill>
                  <a:srgbClr val="182B45"/>
                </a:solidFill>
                <a:latin typeface="Liberation Sans"/>
                <a:ea typeface="Liberation Sans"/>
                <a:cs typeface="Liberation Sans"/>
              </a:defRPr>
            </a:lvl1pPr>
            <a:lvl2pPr algn="l">
              <a:defRPr sz="1200" b="0" i="0">
                <a:solidFill>
                  <a:srgbClr val="182B45"/>
                </a:solidFill>
                <a:latin typeface="Liberation Sans"/>
                <a:ea typeface="Liberation Sans"/>
                <a:cs typeface="Liberation Sans"/>
              </a:defRPr>
            </a:lvl2pPr>
            <a:lvl3pPr algn="l">
              <a:defRPr sz="1200" b="0" i="0">
                <a:solidFill>
                  <a:srgbClr val="182B45"/>
                </a:solidFill>
                <a:latin typeface="Liberation Sans"/>
                <a:ea typeface="Liberation Sans"/>
                <a:cs typeface="Liberation Sans"/>
              </a:defRPr>
            </a:lvl3pPr>
            <a:lvl4pPr algn="l">
              <a:defRPr sz="1200" b="0" i="0">
                <a:solidFill>
                  <a:srgbClr val="182B45"/>
                </a:solidFill>
                <a:latin typeface="Liberation Sans"/>
                <a:ea typeface="Liberation Sans"/>
                <a:cs typeface="Liberation Sans"/>
              </a:defRPr>
            </a:lvl4pPr>
            <a:lvl5pPr algn="l">
              <a:defRPr sz="1200" b="0" i="0">
                <a:solidFill>
                  <a:srgbClr val="182B45"/>
                </a:solidFill>
                <a:latin typeface="Liberation Sans"/>
                <a:ea typeface="Liberation Sans"/>
                <a:cs typeface="Liberation Sans"/>
              </a:defRPr>
            </a:lvl5pPr>
            <a:lvl6pPr algn="l">
              <a:defRPr sz="1200" b="0" i="0">
                <a:solidFill>
                  <a:srgbClr val="182B45"/>
                </a:solidFill>
                <a:latin typeface="Liberation Sans"/>
                <a:ea typeface="Liberation Sans"/>
                <a:cs typeface="Liberation Sans"/>
              </a:defRPr>
            </a:lvl6pPr>
            <a:lvl7pPr algn="l">
              <a:defRPr sz="1200" b="0" i="0">
                <a:solidFill>
                  <a:srgbClr val="182B45"/>
                </a:solidFill>
                <a:latin typeface="Liberation Sans"/>
                <a:ea typeface="Liberation Sans"/>
                <a:cs typeface="Liberation Sans"/>
              </a:defRPr>
            </a:lvl7pPr>
            <a:lvl8pPr algn="l">
              <a:defRPr sz="1200" b="0" i="0">
                <a:solidFill>
                  <a:srgbClr val="182B45"/>
                </a:solidFill>
                <a:latin typeface="Liberation Sans"/>
                <a:ea typeface="Liberation Sans"/>
                <a:cs typeface="Liberation Sans"/>
              </a:defRPr>
            </a:lvl8pPr>
            <a:lvl9pPr algn="l">
              <a:defRPr sz="1200" b="0" i="0">
                <a:solidFill>
                  <a:srgbClr val="182B45"/>
                </a:solidFill>
                <a:latin typeface="Liberation Sans"/>
                <a:ea typeface="Liberation Sans"/>
                <a:cs typeface="Liberation Sans"/>
              </a:defRPr>
            </a:lvl9pPr>
          </a:lstStyle>
          <a:p xmlns:a="http://schemas.openxmlformats.org/drawingml/2006/main">
            <a:pPr algn="l">
              <a:defRPr sz="1200" b="0" i="0">
                <a:solidFill>
                  <a:srgbClr val="182B45"/>
                </a:solidFill>
                <a:latin typeface="Liberation Sans"/>
                <a:ea typeface="Liberation Sans"/>
                <a:cs typeface="Liberation Sans"/>
              </a:defRPr>
            </a:pPr>
            <a:r>
              <a:rPr sz="1200" b="0" i="0">
                <a:solidFill>
                  <a:srgbClr val="182B45"/>
                </a:solidFill>
                <a:latin typeface="Liberation Sans"/>
                <a:ea typeface="Liberation Sans"/>
                <a:cs typeface="Liberation Sans"/>
              </a:rPr>
              <a:t>Slide 8 shows the same word-processing loop as a while loop</a:t>
            </a:r>
          </a:p>
        </p:txBody>
      </p:sp>
      <p:sp>
        <p:nvSpPr>
          <p:cNvPr id="31" name="">
            <a:extLst xmlns:a="http://schemas.openxmlformats.org/drawingml/2006/main">
              <a:ext uri="{FF2B5EF4-FFF2-40B4-BE49-F238E27FC236}">
                <a16:creationId xmlns:a16="http://schemas.microsoft.com/office/drawing/2014/main" id="{B081B9CC-274A-4306-A562-7960904A0815}"/>
              </a:ext>
            </a:extLst>
          </p:cNvPr>
          <p:cNvSpPr>
            <a:spLocks xmlns:a="http://schemas.openxmlformats.org/drawingml/2006/main" noGrp="1"/>
          </p:cNvSpPr>
          <p:nvPr/>
        </p:nvSpPr>
        <p:spPr>
          <a:xfrm xmlns:a="http://schemas.openxmlformats.org/drawingml/2006/main">
            <a:off x="6400800" y="4000500"/>
            <a:ext cx="114300" cy="114300"/>
          </a:xfrm>
          <a:prstGeom xmlns:a="http://schemas.openxmlformats.org/drawingml/2006/main" prst="ellipse">
            <a:avLst/>
          </a:prstGeom>
          <a:solidFill xmlns:a="http://schemas.openxmlformats.org/drawingml/2006/main">
            <a:srgbClr val="34877E"/>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70F454C-73E5-4DD0-8715-78F7DDB03B4C}"/>
              </a:ext>
            </a:extLst>
          </p:cNvPr>
          <p:cNvSpPr>
            <a:spLocks xmlns:a="http://schemas.openxmlformats.org/drawingml/2006/main" noGrp="1"/>
          </p:cNvSpPr>
          <p:nvPr/>
        </p:nvSpPr>
        <p:spPr>
          <a:xfrm xmlns:a="http://schemas.openxmlformats.org/drawingml/2006/main">
            <a:off x="6629400" y="3952875"/>
            <a:ext cx="487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0243A"/>
                </a:solidFill>
                <a:latin typeface="Liberation Sans"/>
                <a:ea typeface="Liberation Sans"/>
                <a:cs typeface="Liberation Sans"/>
              </a:defRPr>
            </a:defPPr>
            <a:lvl1pPr algn="l">
              <a:defRPr sz="1350" b="1" i="0">
                <a:solidFill>
                  <a:srgbClr val="10243A"/>
                </a:solidFill>
                <a:latin typeface="Liberation Sans"/>
                <a:ea typeface="Liberation Sans"/>
                <a:cs typeface="Liberation Sans"/>
              </a:defRPr>
            </a:lvl1pPr>
            <a:lvl2pPr algn="l">
              <a:defRPr sz="1350" b="1" i="0">
                <a:solidFill>
                  <a:srgbClr val="10243A"/>
                </a:solidFill>
                <a:latin typeface="Liberation Sans"/>
                <a:ea typeface="Liberation Sans"/>
                <a:cs typeface="Liberation Sans"/>
              </a:defRPr>
            </a:lvl2pPr>
            <a:lvl3pPr algn="l">
              <a:defRPr sz="1350" b="1" i="0">
                <a:solidFill>
                  <a:srgbClr val="10243A"/>
                </a:solidFill>
                <a:latin typeface="Liberation Sans"/>
                <a:ea typeface="Liberation Sans"/>
                <a:cs typeface="Liberation Sans"/>
              </a:defRPr>
            </a:lvl3pPr>
            <a:lvl4pPr algn="l">
              <a:defRPr sz="1350" b="1" i="0">
                <a:solidFill>
                  <a:srgbClr val="10243A"/>
                </a:solidFill>
                <a:latin typeface="Liberation Sans"/>
                <a:ea typeface="Liberation Sans"/>
                <a:cs typeface="Liberation Sans"/>
              </a:defRPr>
            </a:lvl4pPr>
            <a:lvl5pPr algn="l">
              <a:defRPr sz="1350" b="1" i="0">
                <a:solidFill>
                  <a:srgbClr val="10243A"/>
                </a:solidFill>
                <a:latin typeface="Liberation Sans"/>
                <a:ea typeface="Liberation Sans"/>
                <a:cs typeface="Liberation Sans"/>
              </a:defRPr>
            </a:lvl5pPr>
            <a:lvl6pPr algn="l">
              <a:defRPr sz="1350" b="1" i="0">
                <a:solidFill>
                  <a:srgbClr val="10243A"/>
                </a:solidFill>
                <a:latin typeface="Liberation Sans"/>
                <a:ea typeface="Liberation Sans"/>
                <a:cs typeface="Liberation Sans"/>
              </a:defRPr>
            </a:lvl6pPr>
            <a:lvl7pPr algn="l">
              <a:defRPr sz="1350" b="1" i="0">
                <a:solidFill>
                  <a:srgbClr val="10243A"/>
                </a:solidFill>
                <a:latin typeface="Liberation Sans"/>
                <a:ea typeface="Liberation Sans"/>
                <a:cs typeface="Liberation Sans"/>
              </a:defRPr>
            </a:lvl7pPr>
            <a:lvl8pPr algn="l">
              <a:defRPr sz="1350" b="1" i="0">
                <a:solidFill>
                  <a:srgbClr val="10243A"/>
                </a:solidFill>
                <a:latin typeface="Liberation Sans"/>
                <a:ea typeface="Liberation Sans"/>
                <a:cs typeface="Liberation Sans"/>
              </a:defRPr>
            </a:lvl8pPr>
            <a:lvl9pPr algn="l">
              <a:defRPr sz="1350" b="1" i="0">
                <a:solidFill>
                  <a:srgbClr val="10243A"/>
                </a:solidFill>
                <a:latin typeface="Liberation Sans"/>
                <a:ea typeface="Liberation Sans"/>
                <a:cs typeface="Liberation Sans"/>
              </a:defRPr>
            </a:lvl9pPr>
          </a:lstStyle>
          <a:p xmlns:a="http://schemas.openxmlformats.org/drawingml/2006/main">
            <a:pPr algn="l">
              <a:defRPr sz="1350" b="1" i="0">
                <a:solidFill>
                  <a:srgbClr val="10243A"/>
                </a:solidFill>
                <a:latin typeface="Liberation Sans"/>
                <a:ea typeface="Liberation Sans"/>
                <a:cs typeface="Liberation Sans"/>
              </a:defRPr>
            </a:pPr>
            <a:r>
              <a:rPr sz="1350" b="1" i="0">
                <a:solidFill>
                  <a:srgbClr val="10243A"/>
                </a:solidFill>
                <a:latin typeface="Liberation Sans"/>
                <a:ea typeface="Liberation Sans"/>
                <a:cs typeface="Liberation Sans"/>
              </a:rPr>
              <a:t>Answer to the question</a:t>
            </a:r>
          </a:p>
        </p:txBody>
      </p:sp>
      <p:sp>
        <p:nvSpPr>
          <p:cNvPr id="33" name="">
            <a:extLst xmlns:a="http://schemas.openxmlformats.org/drawingml/2006/main">
              <a:ext uri="{FF2B5EF4-FFF2-40B4-BE49-F238E27FC236}">
                <a16:creationId xmlns:a16="http://schemas.microsoft.com/office/drawing/2014/main" id="{C7ED79BB-C1A5-439A-AFA5-9CF8E48518AC}"/>
              </a:ext>
            </a:extLst>
          </p:cNvPr>
          <p:cNvSpPr>
            <a:spLocks xmlns:a="http://schemas.openxmlformats.org/drawingml/2006/main" noGrp="1"/>
          </p:cNvSpPr>
          <p:nvPr/>
        </p:nvSpPr>
        <p:spPr>
          <a:xfrm xmlns:a="http://schemas.openxmlformats.org/drawingml/2006/main">
            <a:off x="6629400" y="4210050"/>
            <a:ext cx="4876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182B45"/>
                </a:solidFill>
                <a:latin typeface="Liberation Sans"/>
                <a:ea typeface="Liberation Sans"/>
                <a:cs typeface="Liberation Sans"/>
              </a:defRPr>
            </a:defPPr>
            <a:lvl1pPr algn="l">
              <a:defRPr sz="1200" b="0" i="0">
                <a:solidFill>
                  <a:srgbClr val="182B45"/>
                </a:solidFill>
                <a:latin typeface="Liberation Sans"/>
                <a:ea typeface="Liberation Sans"/>
                <a:cs typeface="Liberation Sans"/>
              </a:defRPr>
            </a:lvl1pPr>
            <a:lvl2pPr algn="l">
              <a:defRPr sz="1200" b="0" i="0">
                <a:solidFill>
                  <a:srgbClr val="182B45"/>
                </a:solidFill>
                <a:latin typeface="Liberation Sans"/>
                <a:ea typeface="Liberation Sans"/>
                <a:cs typeface="Liberation Sans"/>
              </a:defRPr>
            </a:lvl2pPr>
            <a:lvl3pPr algn="l">
              <a:defRPr sz="1200" b="0" i="0">
                <a:solidFill>
                  <a:srgbClr val="182B45"/>
                </a:solidFill>
                <a:latin typeface="Liberation Sans"/>
                <a:ea typeface="Liberation Sans"/>
                <a:cs typeface="Liberation Sans"/>
              </a:defRPr>
            </a:lvl3pPr>
            <a:lvl4pPr algn="l">
              <a:defRPr sz="1200" b="0" i="0">
                <a:solidFill>
                  <a:srgbClr val="182B45"/>
                </a:solidFill>
                <a:latin typeface="Liberation Sans"/>
                <a:ea typeface="Liberation Sans"/>
                <a:cs typeface="Liberation Sans"/>
              </a:defRPr>
            </a:lvl4pPr>
            <a:lvl5pPr algn="l">
              <a:defRPr sz="1200" b="0" i="0">
                <a:solidFill>
                  <a:srgbClr val="182B45"/>
                </a:solidFill>
                <a:latin typeface="Liberation Sans"/>
                <a:ea typeface="Liberation Sans"/>
                <a:cs typeface="Liberation Sans"/>
              </a:defRPr>
            </a:lvl5pPr>
            <a:lvl6pPr algn="l">
              <a:defRPr sz="1200" b="0" i="0">
                <a:solidFill>
                  <a:srgbClr val="182B45"/>
                </a:solidFill>
                <a:latin typeface="Liberation Sans"/>
                <a:ea typeface="Liberation Sans"/>
                <a:cs typeface="Liberation Sans"/>
              </a:defRPr>
            </a:lvl6pPr>
            <a:lvl7pPr algn="l">
              <a:defRPr sz="1200" b="0" i="0">
                <a:solidFill>
                  <a:srgbClr val="182B45"/>
                </a:solidFill>
                <a:latin typeface="Liberation Sans"/>
                <a:ea typeface="Liberation Sans"/>
                <a:cs typeface="Liberation Sans"/>
              </a:defRPr>
            </a:lvl7pPr>
            <a:lvl8pPr algn="l">
              <a:defRPr sz="1200" b="0" i="0">
                <a:solidFill>
                  <a:srgbClr val="182B45"/>
                </a:solidFill>
                <a:latin typeface="Liberation Sans"/>
                <a:ea typeface="Liberation Sans"/>
                <a:cs typeface="Liberation Sans"/>
              </a:defRPr>
            </a:lvl8pPr>
            <a:lvl9pPr algn="l">
              <a:defRPr sz="1200" b="0" i="0">
                <a:solidFill>
                  <a:srgbClr val="182B45"/>
                </a:solidFill>
                <a:latin typeface="Liberation Sans"/>
                <a:ea typeface="Liberation Sans"/>
                <a:cs typeface="Liberation Sans"/>
              </a:defRPr>
            </a:lvl9pPr>
          </a:lstStyle>
          <a:p xmlns:a="http://schemas.openxmlformats.org/drawingml/2006/main">
            <a:pPr algn="l">
              <a:defRPr sz="1200" b="0" i="0">
                <a:solidFill>
                  <a:srgbClr val="182B45"/>
                </a:solidFill>
                <a:latin typeface="Liberation Sans"/>
                <a:ea typeface="Liberation Sans"/>
                <a:cs typeface="Liberation Sans"/>
              </a:defRPr>
            </a:pPr>
            <a:r>
              <a:rPr sz="1200" b="0" i="0">
                <a:solidFill>
                  <a:srgbClr val="182B45"/>
                </a:solidFill>
                <a:latin typeface="Liberation Sans"/>
                <a:ea typeface="Liberation Sans"/>
                <a:cs typeface="Liberation Sans"/>
              </a:rPr>
              <a:t>Positive sentiment: 88.6% early vs. 88.8% later</a:t>
            </a:r>
          </a:p>
        </p:txBody>
      </p:sp>
      <p:sp>
        <p:nvSpPr>
          <p:cNvPr id="34" name="">
            <a:extLst xmlns:a="http://schemas.openxmlformats.org/drawingml/2006/main">
              <a:ext uri="{FF2B5EF4-FFF2-40B4-BE49-F238E27FC236}">
                <a16:creationId xmlns:a16="http://schemas.microsoft.com/office/drawing/2014/main" id="{AE1576F6-75CF-4B5C-ABAD-CD749BECFB1A}"/>
              </a:ext>
            </a:extLst>
          </p:cNvPr>
          <p:cNvSpPr>
            <a:spLocks xmlns:a="http://schemas.openxmlformats.org/drawingml/2006/main" noGrp="1"/>
          </p:cNvSpPr>
          <p:nvPr/>
        </p:nvSpPr>
        <p:spPr>
          <a:xfrm xmlns:a="http://schemas.openxmlformats.org/drawingml/2006/main">
            <a:off x="6400800" y="4838700"/>
            <a:ext cx="114300" cy="114300"/>
          </a:xfrm>
          <a:prstGeom xmlns:a="http://schemas.openxmlformats.org/drawingml/2006/main" prst="ellipse">
            <a:avLst/>
          </a:prstGeom>
          <a:solidFill xmlns:a="http://schemas.openxmlformats.org/drawingml/2006/main">
            <a:srgbClr val="34877E"/>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C1764A86-3183-4719-89B8-80F69C6E9976}"/>
              </a:ext>
            </a:extLst>
          </p:cNvPr>
          <p:cNvSpPr>
            <a:spLocks xmlns:a="http://schemas.openxmlformats.org/drawingml/2006/main" noGrp="1"/>
          </p:cNvSpPr>
          <p:nvPr/>
        </p:nvSpPr>
        <p:spPr>
          <a:xfrm xmlns:a="http://schemas.openxmlformats.org/drawingml/2006/main">
            <a:off x="6629400" y="4791075"/>
            <a:ext cx="487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0243A"/>
                </a:solidFill>
                <a:latin typeface="Liberation Sans"/>
                <a:ea typeface="Liberation Sans"/>
                <a:cs typeface="Liberation Sans"/>
              </a:defRPr>
            </a:defPPr>
            <a:lvl1pPr algn="l">
              <a:defRPr sz="1350" b="1" i="0">
                <a:solidFill>
                  <a:srgbClr val="10243A"/>
                </a:solidFill>
                <a:latin typeface="Liberation Sans"/>
                <a:ea typeface="Liberation Sans"/>
                <a:cs typeface="Liberation Sans"/>
              </a:defRPr>
            </a:lvl1pPr>
            <a:lvl2pPr algn="l">
              <a:defRPr sz="1350" b="1" i="0">
                <a:solidFill>
                  <a:srgbClr val="10243A"/>
                </a:solidFill>
                <a:latin typeface="Liberation Sans"/>
                <a:ea typeface="Liberation Sans"/>
                <a:cs typeface="Liberation Sans"/>
              </a:defRPr>
            </a:lvl2pPr>
            <a:lvl3pPr algn="l">
              <a:defRPr sz="1350" b="1" i="0">
                <a:solidFill>
                  <a:srgbClr val="10243A"/>
                </a:solidFill>
                <a:latin typeface="Liberation Sans"/>
                <a:ea typeface="Liberation Sans"/>
                <a:cs typeface="Liberation Sans"/>
              </a:defRPr>
            </a:lvl3pPr>
            <a:lvl4pPr algn="l">
              <a:defRPr sz="1350" b="1" i="0">
                <a:solidFill>
                  <a:srgbClr val="10243A"/>
                </a:solidFill>
                <a:latin typeface="Liberation Sans"/>
                <a:ea typeface="Liberation Sans"/>
                <a:cs typeface="Liberation Sans"/>
              </a:defRPr>
            </a:lvl4pPr>
            <a:lvl5pPr algn="l">
              <a:defRPr sz="1350" b="1" i="0">
                <a:solidFill>
                  <a:srgbClr val="10243A"/>
                </a:solidFill>
                <a:latin typeface="Liberation Sans"/>
                <a:ea typeface="Liberation Sans"/>
                <a:cs typeface="Liberation Sans"/>
              </a:defRPr>
            </a:lvl5pPr>
            <a:lvl6pPr algn="l">
              <a:defRPr sz="1350" b="1" i="0">
                <a:solidFill>
                  <a:srgbClr val="10243A"/>
                </a:solidFill>
                <a:latin typeface="Liberation Sans"/>
                <a:ea typeface="Liberation Sans"/>
                <a:cs typeface="Liberation Sans"/>
              </a:defRPr>
            </a:lvl6pPr>
            <a:lvl7pPr algn="l">
              <a:defRPr sz="1350" b="1" i="0">
                <a:solidFill>
                  <a:srgbClr val="10243A"/>
                </a:solidFill>
                <a:latin typeface="Liberation Sans"/>
                <a:ea typeface="Liberation Sans"/>
                <a:cs typeface="Liberation Sans"/>
              </a:defRPr>
            </a:lvl7pPr>
            <a:lvl8pPr algn="l">
              <a:defRPr sz="1350" b="1" i="0">
                <a:solidFill>
                  <a:srgbClr val="10243A"/>
                </a:solidFill>
                <a:latin typeface="Liberation Sans"/>
                <a:ea typeface="Liberation Sans"/>
                <a:cs typeface="Liberation Sans"/>
              </a:defRPr>
            </a:lvl8pPr>
            <a:lvl9pPr algn="l">
              <a:defRPr sz="1350" b="1" i="0">
                <a:solidFill>
                  <a:srgbClr val="10243A"/>
                </a:solidFill>
                <a:latin typeface="Liberation Sans"/>
                <a:ea typeface="Liberation Sans"/>
                <a:cs typeface="Liberation Sans"/>
              </a:defRPr>
            </a:lvl9pPr>
          </a:lstStyle>
          <a:p xmlns:a="http://schemas.openxmlformats.org/drawingml/2006/main">
            <a:pPr algn="l">
              <a:defRPr sz="1350" b="1" i="0">
                <a:solidFill>
                  <a:srgbClr val="10243A"/>
                </a:solidFill>
                <a:latin typeface="Liberation Sans"/>
                <a:ea typeface="Liberation Sans"/>
                <a:cs typeface="Liberation Sans"/>
              </a:defRPr>
            </a:pPr>
            <a:r>
              <a:rPr sz="1350" b="1" i="0">
                <a:solidFill>
                  <a:srgbClr val="10243A"/>
                </a:solidFill>
                <a:latin typeface="Liberation Sans"/>
                <a:ea typeface="Liberation Sans"/>
                <a:cs typeface="Liberation Sans"/>
              </a:rPr>
              <a:t>Interpretation</a:t>
            </a:r>
          </a:p>
        </p:txBody>
      </p:sp>
      <p:sp>
        <p:nvSpPr>
          <p:cNvPr id="36" name="">
            <a:extLst xmlns:a="http://schemas.openxmlformats.org/drawingml/2006/main">
              <a:ext uri="{FF2B5EF4-FFF2-40B4-BE49-F238E27FC236}">
                <a16:creationId xmlns:a16="http://schemas.microsoft.com/office/drawing/2014/main" id="{5B37D9C3-461C-44E1-B7CD-4D65F821C29A}"/>
              </a:ext>
            </a:extLst>
          </p:cNvPr>
          <p:cNvSpPr>
            <a:spLocks xmlns:a="http://schemas.openxmlformats.org/drawingml/2006/main" noGrp="1"/>
          </p:cNvSpPr>
          <p:nvPr/>
        </p:nvSpPr>
        <p:spPr>
          <a:xfrm xmlns:a="http://schemas.openxmlformats.org/drawingml/2006/main">
            <a:off x="6629400" y="5048250"/>
            <a:ext cx="4876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182B45"/>
                </a:solidFill>
                <a:latin typeface="Liberation Sans"/>
                <a:ea typeface="Liberation Sans"/>
                <a:cs typeface="Liberation Sans"/>
              </a:defRPr>
            </a:defPPr>
            <a:lvl1pPr algn="l">
              <a:defRPr sz="1200" b="0" i="0">
                <a:solidFill>
                  <a:srgbClr val="182B45"/>
                </a:solidFill>
                <a:latin typeface="Liberation Sans"/>
                <a:ea typeface="Liberation Sans"/>
                <a:cs typeface="Liberation Sans"/>
              </a:defRPr>
            </a:lvl1pPr>
            <a:lvl2pPr algn="l">
              <a:defRPr sz="1200" b="0" i="0">
                <a:solidFill>
                  <a:srgbClr val="182B45"/>
                </a:solidFill>
                <a:latin typeface="Liberation Sans"/>
                <a:ea typeface="Liberation Sans"/>
                <a:cs typeface="Liberation Sans"/>
              </a:defRPr>
            </a:lvl2pPr>
            <a:lvl3pPr algn="l">
              <a:defRPr sz="1200" b="0" i="0">
                <a:solidFill>
                  <a:srgbClr val="182B45"/>
                </a:solidFill>
                <a:latin typeface="Liberation Sans"/>
                <a:ea typeface="Liberation Sans"/>
                <a:cs typeface="Liberation Sans"/>
              </a:defRPr>
            </a:lvl3pPr>
            <a:lvl4pPr algn="l">
              <a:defRPr sz="1200" b="0" i="0">
                <a:solidFill>
                  <a:srgbClr val="182B45"/>
                </a:solidFill>
                <a:latin typeface="Liberation Sans"/>
                <a:ea typeface="Liberation Sans"/>
                <a:cs typeface="Liberation Sans"/>
              </a:defRPr>
            </a:lvl4pPr>
            <a:lvl5pPr algn="l">
              <a:defRPr sz="1200" b="0" i="0">
                <a:solidFill>
                  <a:srgbClr val="182B45"/>
                </a:solidFill>
                <a:latin typeface="Liberation Sans"/>
                <a:ea typeface="Liberation Sans"/>
                <a:cs typeface="Liberation Sans"/>
              </a:defRPr>
            </a:lvl5pPr>
            <a:lvl6pPr algn="l">
              <a:defRPr sz="1200" b="0" i="0">
                <a:solidFill>
                  <a:srgbClr val="182B45"/>
                </a:solidFill>
                <a:latin typeface="Liberation Sans"/>
                <a:ea typeface="Liberation Sans"/>
                <a:cs typeface="Liberation Sans"/>
              </a:defRPr>
            </a:lvl6pPr>
            <a:lvl7pPr algn="l">
              <a:defRPr sz="1200" b="0" i="0">
                <a:solidFill>
                  <a:srgbClr val="182B45"/>
                </a:solidFill>
                <a:latin typeface="Liberation Sans"/>
                <a:ea typeface="Liberation Sans"/>
                <a:cs typeface="Liberation Sans"/>
              </a:defRPr>
            </a:lvl7pPr>
            <a:lvl8pPr algn="l">
              <a:defRPr sz="1200" b="0" i="0">
                <a:solidFill>
                  <a:srgbClr val="182B45"/>
                </a:solidFill>
                <a:latin typeface="Liberation Sans"/>
                <a:ea typeface="Liberation Sans"/>
                <a:cs typeface="Liberation Sans"/>
              </a:defRPr>
            </a:lvl8pPr>
            <a:lvl9pPr algn="l">
              <a:defRPr sz="1200" b="0" i="0">
                <a:solidFill>
                  <a:srgbClr val="182B45"/>
                </a:solidFill>
                <a:latin typeface="Liberation Sans"/>
                <a:ea typeface="Liberation Sans"/>
                <a:cs typeface="Liberation Sans"/>
              </a:defRPr>
            </a:lvl9pPr>
          </a:lstStyle>
          <a:p xmlns:a="http://schemas.openxmlformats.org/drawingml/2006/main">
            <a:pPr algn="l">
              <a:defRPr sz="1200" b="0" i="0">
                <a:solidFill>
                  <a:srgbClr val="182B45"/>
                </a:solidFill>
                <a:latin typeface="Liberation Sans"/>
                <a:ea typeface="Liberation Sans"/>
                <a:cs typeface="Liberation Sans"/>
              </a:defRPr>
            </a:pPr>
            <a:r>
              <a:rPr sz="1200" b="0" i="0">
                <a:solidFill>
                  <a:srgbClr val="182B45"/>
                </a:solidFill>
                <a:latin typeface="Liberation Sans"/>
                <a:ea typeface="Liberation Sans"/>
                <a:cs typeface="Liberation Sans"/>
              </a:rPr>
              <a:t>The positive shares are nearly the same in this dataset</a:t>
            </a:r>
          </a:p>
        </p:txBody>
      </p:sp>
      <p:sp>
        <p:nvSpPr>
          <p:cNvPr id="37" name="">
            <a:extLst xmlns:a="http://schemas.openxmlformats.org/drawingml/2006/main">
              <a:ext uri="{FF2B5EF4-FFF2-40B4-BE49-F238E27FC236}">
                <a16:creationId xmlns:a16="http://schemas.microsoft.com/office/drawing/2014/main" id="{603133FA-9368-42D8-B7CC-183BFA88EE69}"/>
              </a:ext>
            </a:extLst>
          </p:cNvPr>
          <p:cNvSpPr>
            <a:spLocks xmlns:a="http://schemas.openxmlformats.org/drawingml/2006/main" noGrp="1"/>
          </p:cNvSpPr>
          <p:nvPr/>
        </p:nvSpPr>
        <p:spPr>
          <a:xfrm xmlns:a="http://schemas.openxmlformats.org/drawingml/2006/main">
            <a:off x="685800" y="5734050"/>
            <a:ext cx="10820400" cy="9525"/>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90902E09-1E5D-4282-A118-2242F384000D}"/>
              </a:ext>
            </a:extLst>
          </p:cNvPr>
          <p:cNvSpPr>
            <a:spLocks xmlns:a="http://schemas.openxmlformats.org/drawingml/2006/main" noGrp="1"/>
          </p:cNvSpPr>
          <p:nvPr/>
        </p:nvSpPr>
        <p:spPr>
          <a:xfrm xmlns:a="http://schemas.openxmlformats.org/drawingml/2006/main">
            <a:off x="685800" y="5857875"/>
            <a:ext cx="1666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E6864A"/>
                </a:solidFill>
                <a:latin typeface="Liberation Sans"/>
                <a:ea typeface="Liberation Sans"/>
                <a:cs typeface="Liberation Sans"/>
              </a:defRPr>
            </a:defPPr>
            <a:lvl1pPr algn="l">
              <a:defRPr sz="1350" b="1" i="0">
                <a:solidFill>
                  <a:srgbClr val="E6864A"/>
                </a:solidFill>
                <a:latin typeface="Liberation Sans"/>
                <a:ea typeface="Liberation Sans"/>
                <a:cs typeface="Liberation Sans"/>
              </a:defRPr>
            </a:lvl1pPr>
            <a:lvl2pPr algn="l">
              <a:defRPr sz="1350" b="1" i="0">
                <a:solidFill>
                  <a:srgbClr val="E6864A"/>
                </a:solidFill>
                <a:latin typeface="Liberation Sans"/>
                <a:ea typeface="Liberation Sans"/>
                <a:cs typeface="Liberation Sans"/>
              </a:defRPr>
            </a:lvl2pPr>
            <a:lvl3pPr algn="l">
              <a:defRPr sz="1350" b="1" i="0">
                <a:solidFill>
                  <a:srgbClr val="E6864A"/>
                </a:solidFill>
                <a:latin typeface="Liberation Sans"/>
                <a:ea typeface="Liberation Sans"/>
                <a:cs typeface="Liberation Sans"/>
              </a:defRPr>
            </a:lvl3pPr>
            <a:lvl4pPr algn="l">
              <a:defRPr sz="1350" b="1" i="0">
                <a:solidFill>
                  <a:srgbClr val="E6864A"/>
                </a:solidFill>
                <a:latin typeface="Liberation Sans"/>
                <a:ea typeface="Liberation Sans"/>
                <a:cs typeface="Liberation Sans"/>
              </a:defRPr>
            </a:lvl4pPr>
            <a:lvl5pPr algn="l">
              <a:defRPr sz="1350" b="1" i="0">
                <a:solidFill>
                  <a:srgbClr val="E6864A"/>
                </a:solidFill>
                <a:latin typeface="Liberation Sans"/>
                <a:ea typeface="Liberation Sans"/>
                <a:cs typeface="Liberation Sans"/>
              </a:defRPr>
            </a:lvl5pPr>
            <a:lvl6pPr algn="l">
              <a:defRPr sz="1350" b="1" i="0">
                <a:solidFill>
                  <a:srgbClr val="E6864A"/>
                </a:solidFill>
                <a:latin typeface="Liberation Sans"/>
                <a:ea typeface="Liberation Sans"/>
                <a:cs typeface="Liberation Sans"/>
              </a:defRPr>
            </a:lvl6pPr>
            <a:lvl7pPr algn="l">
              <a:defRPr sz="1350" b="1" i="0">
                <a:solidFill>
                  <a:srgbClr val="E6864A"/>
                </a:solidFill>
                <a:latin typeface="Liberation Sans"/>
                <a:ea typeface="Liberation Sans"/>
                <a:cs typeface="Liberation Sans"/>
              </a:defRPr>
            </a:lvl7pPr>
            <a:lvl8pPr algn="l">
              <a:defRPr sz="1350" b="1" i="0">
                <a:solidFill>
                  <a:srgbClr val="E6864A"/>
                </a:solidFill>
                <a:latin typeface="Liberation Sans"/>
                <a:ea typeface="Liberation Sans"/>
                <a:cs typeface="Liberation Sans"/>
              </a:defRPr>
            </a:lvl8pPr>
            <a:lvl9pPr algn="l">
              <a:defRPr sz="1350" b="1" i="0">
                <a:solidFill>
                  <a:srgbClr val="E6864A"/>
                </a:solidFill>
                <a:latin typeface="Liberation Sans"/>
                <a:ea typeface="Liberation Sans"/>
                <a:cs typeface="Liberation Sans"/>
              </a:defRPr>
            </a:lvl9pPr>
          </a:lstStyle>
          <a:p xmlns:a="http://schemas.openxmlformats.org/drawingml/2006/main">
            <a:pPr algn="l">
              <a:defRPr sz="1350" b="1" i="0">
                <a:solidFill>
                  <a:srgbClr val="E6864A"/>
                </a:solidFill>
                <a:latin typeface="Liberation Sans"/>
                <a:ea typeface="Liberation Sans"/>
                <a:cs typeface="Liberation Sans"/>
              </a:defRPr>
            </a:pPr>
            <a:r>
              <a:rPr sz="1350" b="1" i="0">
                <a:solidFill>
                  <a:srgbClr val="E6864A"/>
                </a:solidFill>
                <a:latin typeface="Liberation Sans"/>
                <a:ea typeface="Liberation Sans"/>
                <a:cs typeface="Liberation Sans"/>
              </a:rPr>
              <a:t>Important limit</a:t>
            </a:r>
          </a:p>
        </p:txBody>
      </p:sp>
      <p:sp>
        <p:nvSpPr>
          <p:cNvPr id="39" name="">
            <a:extLst xmlns:a="http://schemas.openxmlformats.org/drawingml/2006/main">
              <a:ext uri="{FF2B5EF4-FFF2-40B4-BE49-F238E27FC236}">
                <a16:creationId xmlns:a16="http://schemas.microsoft.com/office/drawing/2014/main" id="{C02A1CF3-AF37-4B1D-8209-D724573E6C85}"/>
              </a:ext>
            </a:extLst>
          </p:cNvPr>
          <p:cNvSpPr>
            <a:spLocks xmlns:a="http://schemas.openxmlformats.org/drawingml/2006/main" noGrp="1"/>
          </p:cNvSpPr>
          <p:nvPr/>
        </p:nvSpPr>
        <p:spPr>
          <a:xfrm xmlns:a="http://schemas.openxmlformats.org/drawingml/2006/main">
            <a:off x="2381250" y="5857875"/>
            <a:ext cx="9124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36579"/>
                </a:solidFill>
                <a:latin typeface="Liberation Sans"/>
                <a:ea typeface="Liberation Sans"/>
                <a:cs typeface="Liberation Sans"/>
              </a:defRPr>
            </a:defPPr>
            <a:lvl1pPr algn="l">
              <a:defRPr sz="1275" b="0" i="0">
                <a:solidFill>
                  <a:srgbClr val="536579"/>
                </a:solidFill>
                <a:latin typeface="Liberation Sans"/>
                <a:ea typeface="Liberation Sans"/>
                <a:cs typeface="Liberation Sans"/>
              </a:defRPr>
            </a:lvl1pPr>
            <a:lvl2pPr algn="l">
              <a:defRPr sz="1275" b="0" i="0">
                <a:solidFill>
                  <a:srgbClr val="536579"/>
                </a:solidFill>
                <a:latin typeface="Liberation Sans"/>
                <a:ea typeface="Liberation Sans"/>
                <a:cs typeface="Liberation Sans"/>
              </a:defRPr>
            </a:lvl2pPr>
            <a:lvl3pPr algn="l">
              <a:defRPr sz="1275" b="0" i="0">
                <a:solidFill>
                  <a:srgbClr val="536579"/>
                </a:solidFill>
                <a:latin typeface="Liberation Sans"/>
                <a:ea typeface="Liberation Sans"/>
                <a:cs typeface="Liberation Sans"/>
              </a:defRPr>
            </a:lvl3pPr>
            <a:lvl4pPr algn="l">
              <a:defRPr sz="1275" b="0" i="0">
                <a:solidFill>
                  <a:srgbClr val="536579"/>
                </a:solidFill>
                <a:latin typeface="Liberation Sans"/>
                <a:ea typeface="Liberation Sans"/>
                <a:cs typeface="Liberation Sans"/>
              </a:defRPr>
            </a:lvl4pPr>
            <a:lvl5pPr algn="l">
              <a:defRPr sz="1275" b="0" i="0">
                <a:solidFill>
                  <a:srgbClr val="536579"/>
                </a:solidFill>
                <a:latin typeface="Liberation Sans"/>
                <a:ea typeface="Liberation Sans"/>
                <a:cs typeface="Liberation Sans"/>
              </a:defRPr>
            </a:lvl5pPr>
            <a:lvl6pPr algn="l">
              <a:defRPr sz="1275" b="0" i="0">
                <a:solidFill>
                  <a:srgbClr val="536579"/>
                </a:solidFill>
                <a:latin typeface="Liberation Sans"/>
                <a:ea typeface="Liberation Sans"/>
                <a:cs typeface="Liberation Sans"/>
              </a:defRPr>
            </a:lvl6pPr>
            <a:lvl7pPr algn="l">
              <a:defRPr sz="1275" b="0" i="0">
                <a:solidFill>
                  <a:srgbClr val="536579"/>
                </a:solidFill>
                <a:latin typeface="Liberation Sans"/>
                <a:ea typeface="Liberation Sans"/>
                <a:cs typeface="Liberation Sans"/>
              </a:defRPr>
            </a:lvl7pPr>
            <a:lvl8pPr algn="l">
              <a:defRPr sz="1275" b="0" i="0">
                <a:solidFill>
                  <a:srgbClr val="536579"/>
                </a:solidFill>
                <a:latin typeface="Liberation Sans"/>
                <a:ea typeface="Liberation Sans"/>
                <a:cs typeface="Liberation Sans"/>
              </a:defRPr>
            </a:lvl8pPr>
            <a:lvl9pPr algn="l">
              <a:defRPr sz="1275" b="0" i="0">
                <a:solidFill>
                  <a:srgbClr val="536579"/>
                </a:solidFill>
                <a:latin typeface="Liberation Sans"/>
                <a:ea typeface="Liberation Sans"/>
                <a:cs typeface="Liberation Sans"/>
              </a:defRPr>
            </a:lvl9pPr>
          </a:lstStyle>
          <a:p xmlns:a="http://schemas.openxmlformats.org/drawingml/2006/main">
            <a:pPr algn="l">
              <a:defRPr sz="1275" b="0" i="0">
                <a:solidFill>
                  <a:srgbClr val="536579"/>
                </a:solidFill>
                <a:latin typeface="Liberation Sans"/>
                <a:ea typeface="Liberation Sans"/>
                <a:cs typeface="Liberation Sans"/>
              </a:defRPr>
            </a:pPr>
            <a:r>
              <a:rPr sz="1275" b="0" i="0">
                <a:solidFill>
                  <a:srgbClr val="536579"/>
                </a:solidFill>
                <a:latin typeface="Liberation Sans"/>
                <a:ea typeface="Liberation Sans"/>
                <a:cs typeface="Liberation Sans"/>
              </a:rPr>
              <a:t>Earliest review is only a launch-date estimate; this dataset has no product launch dates or prices.</a:t>
            </a:r>
          </a:p>
        </p:txBody>
      </p:sp>
    </p:spTree>
    <p:extLst>
      <p:ext uri="{BB962C8B-B14F-4D97-AF65-F5344CB8AC3E}">
        <p14:creationId xmlns:p14="http://schemas.microsoft.com/office/powerpoint/2010/main" val="14038937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2026-10-20T00:19:51.5280000Z</dcterms:created>
  <dcterms:modified xsi:type="dcterms:W3CDTF">2026-10-20T00:19:51.5280000Z</dcterms:modified>
</coreProperties>
</file>